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9"/>
  </p:notesMasterIdLst>
  <p:sldIdLst>
    <p:sldId id="281" r:id="rId2"/>
    <p:sldId id="284" r:id="rId3"/>
    <p:sldId id="285" r:id="rId4"/>
    <p:sldId id="286" r:id="rId5"/>
    <p:sldId id="288" r:id="rId6"/>
    <p:sldId id="300" r:id="rId7"/>
    <p:sldId id="30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7D7D"/>
    <a:srgbClr val="B4B4B4"/>
    <a:srgbClr val="C44E52"/>
    <a:srgbClr val="4D4D4D"/>
    <a:srgbClr val="C9C9C9"/>
    <a:srgbClr val="460057"/>
    <a:srgbClr val="1E908C"/>
    <a:srgbClr val="93D1D0"/>
    <a:srgbClr val="48B5B5"/>
    <a:srgbClr val="76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12" autoAdjust="0"/>
    <p:restoredTop sz="94660"/>
  </p:normalViewPr>
  <p:slideViewPr>
    <p:cSldViewPr snapToGrid="0">
      <p:cViewPr>
        <p:scale>
          <a:sx n="69" d="100"/>
          <a:sy n="69" d="100"/>
        </p:scale>
        <p:origin x="2712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CEFE3-F6FE-4C1F-93ED-174AA7084EC3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CEBF1-768F-45BF-B088-FD25601DCB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7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729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952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340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09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08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640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273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3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6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22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62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6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54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05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27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7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6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9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svg"/><Relationship Id="rId26" Type="http://schemas.openxmlformats.org/officeDocument/2006/relationships/image" Target="../media/image36.png"/><Relationship Id="rId3" Type="http://schemas.openxmlformats.org/officeDocument/2006/relationships/image" Target="../media/image11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sv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svg"/><Relationship Id="rId10" Type="http://schemas.openxmlformats.org/officeDocument/2006/relationships/image" Target="../media/image20.svg"/><Relationship Id="rId19" Type="http://schemas.openxmlformats.org/officeDocument/2006/relationships/image" Target="../media/image29.png"/><Relationship Id="rId4" Type="http://schemas.openxmlformats.org/officeDocument/2006/relationships/image" Target="../media/image12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Relationship Id="rId22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3.png"/><Relationship Id="rId18" Type="http://schemas.openxmlformats.org/officeDocument/2006/relationships/image" Target="../media/image42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12" Type="http://schemas.openxmlformats.org/officeDocument/2006/relationships/image" Target="../media/image28.sv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27.png"/><Relationship Id="rId5" Type="http://schemas.openxmlformats.org/officeDocument/2006/relationships/image" Target="../media/image37.png"/><Relationship Id="rId15" Type="http://schemas.openxmlformats.org/officeDocument/2006/relationships/image" Target="../media/image39.png"/><Relationship Id="rId10" Type="http://schemas.openxmlformats.org/officeDocument/2006/relationships/image" Target="../media/image22.svg"/><Relationship Id="rId4" Type="http://schemas.openxmlformats.org/officeDocument/2006/relationships/image" Target="../media/image12.svg"/><Relationship Id="rId9" Type="http://schemas.openxmlformats.org/officeDocument/2006/relationships/image" Target="../media/image21.png"/><Relationship Id="rId1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844E180-BCD7-47C7-8E98-F2F073B62F89}"/>
              </a:ext>
            </a:extLst>
          </p:cNvPr>
          <p:cNvGrpSpPr/>
          <p:nvPr/>
        </p:nvGrpSpPr>
        <p:grpSpPr>
          <a:xfrm>
            <a:off x="848764" y="1292985"/>
            <a:ext cx="10952367" cy="4292354"/>
            <a:chOff x="848764" y="1292985"/>
            <a:chExt cx="10952367" cy="4292354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F455502-6EC2-40AD-B7CF-202ABBD77F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4144" y="2998567"/>
              <a:ext cx="2489" cy="936000"/>
            </a:xfrm>
            <a:prstGeom prst="straightConnector1">
              <a:avLst/>
            </a:prstGeom>
            <a:ln w="38100">
              <a:solidFill>
                <a:srgbClr val="C9C9C9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49966B76-D22F-4FBE-A77E-65B54621A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719" y="2643121"/>
              <a:ext cx="1502364" cy="1667496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DB4D7684-4C0C-46C4-A2C8-8BD0FE793370}"/>
                </a:ext>
              </a:extLst>
            </p:cNvPr>
            <p:cNvCxnSpPr>
              <a:cxnSpLocks/>
            </p:cNvCxnSpPr>
            <p:nvPr/>
          </p:nvCxnSpPr>
          <p:spPr>
            <a:xfrm>
              <a:off x="3503622" y="4445314"/>
              <a:ext cx="1458405" cy="4802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85F15B49-9312-4C40-8767-9B42AD1A6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5880" y="2474620"/>
              <a:ext cx="1494203" cy="3576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7ADDC02-9715-4253-ADC4-35D21B6EEB42}"/>
                </a:ext>
              </a:extLst>
            </p:cNvPr>
            <p:cNvCxnSpPr>
              <a:cxnSpLocks/>
            </p:cNvCxnSpPr>
            <p:nvPr/>
          </p:nvCxnSpPr>
          <p:spPr>
            <a:xfrm>
              <a:off x="7683630" y="2474620"/>
              <a:ext cx="1416921" cy="925642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02523F8D-C086-4942-B1F7-5678CE3F3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8004" y="3542210"/>
              <a:ext cx="1474308" cy="865676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A1E640E-42CF-4431-85C0-3807E8CEDAF9}"/>
                </a:ext>
              </a:extLst>
            </p:cNvPr>
            <p:cNvSpPr txBox="1"/>
            <p:nvPr/>
          </p:nvSpPr>
          <p:spPr>
            <a:xfrm>
              <a:off x="5014974" y="2022501"/>
              <a:ext cx="2599200" cy="959767"/>
            </a:xfrm>
            <a:prstGeom prst="roundRect">
              <a:avLst/>
            </a:prstGeom>
            <a:solidFill>
              <a:srgbClr val="4C72B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difference (ND)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58965FB-5B98-4979-9C44-168F9F61CF8B}"/>
                </a:ext>
              </a:extLst>
            </p:cNvPr>
            <p:cNvSpPr txBox="1"/>
            <p:nvPr/>
          </p:nvSpPr>
          <p:spPr>
            <a:xfrm>
              <a:off x="5015857" y="4000116"/>
              <a:ext cx="2598317" cy="959767"/>
            </a:xfrm>
            <a:prstGeom prst="roundRect">
              <a:avLst/>
            </a:prstGeom>
            <a:solidFill>
              <a:srgbClr val="DD845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Relative fitness difference (RFD)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E9CE245-9620-4665-B214-7DB5D4A1E64F}"/>
                </a:ext>
              </a:extLst>
            </p:cNvPr>
            <p:cNvSpPr txBox="1"/>
            <p:nvPr/>
          </p:nvSpPr>
          <p:spPr>
            <a:xfrm>
              <a:off x="9201931" y="2751486"/>
              <a:ext cx="2599200" cy="1409252"/>
            </a:xfrm>
            <a:prstGeom prst="roundRect">
              <a:avLst/>
            </a:prstGeom>
            <a:solidFill>
              <a:srgbClr val="1E908C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Establishment or dominance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probability</a:t>
              </a: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43BC8F3-2493-4E87-80A2-4E5A3991E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5183" y="1310462"/>
              <a:ext cx="8352000" cy="3619"/>
            </a:xfrm>
            <a:prstGeom prst="line">
              <a:avLst/>
            </a:prstGeom>
            <a:ln w="38100">
              <a:solidFill>
                <a:srgbClr val="C9C9C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C6425DC8-45A5-4886-9095-34139DAAF4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1531" y="1292985"/>
              <a:ext cx="2547" cy="1404000"/>
            </a:xfrm>
            <a:prstGeom prst="straightConnector1">
              <a:avLst/>
            </a:prstGeom>
            <a:ln w="38100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C76767B-A65B-44B6-9FD6-1D3CA2D9C4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4380" y="5537633"/>
              <a:ext cx="8352000" cy="28598"/>
            </a:xfrm>
            <a:prstGeom prst="line">
              <a:avLst/>
            </a:prstGeom>
            <a:ln w="38100">
              <a:solidFill>
                <a:srgbClr val="C9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B1526707-F5EA-4A19-90EA-91660A9F5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8495" y="4206810"/>
              <a:ext cx="7079" cy="1378529"/>
            </a:xfrm>
            <a:prstGeom prst="straightConnector1">
              <a:avLst/>
            </a:prstGeom>
            <a:ln w="38100">
              <a:solidFill>
                <a:srgbClr val="C9C9C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0547045-4793-4AE3-927C-CF5A7FA94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5193" y="5000463"/>
              <a:ext cx="0" cy="522000"/>
            </a:xfrm>
            <a:prstGeom prst="line">
              <a:avLst/>
            </a:prstGeom>
            <a:ln w="38100" cap="rnd">
              <a:solidFill>
                <a:srgbClr val="C9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ABAF8393-60C0-4C9A-8F4D-662CE6D55AE2}"/>
                </a:ext>
              </a:extLst>
            </p:cNvPr>
            <p:cNvCxnSpPr>
              <a:cxnSpLocks/>
            </p:cNvCxnSpPr>
            <p:nvPr/>
          </p:nvCxnSpPr>
          <p:spPr>
            <a:xfrm>
              <a:off x="6324514" y="3013648"/>
              <a:ext cx="0" cy="936000"/>
            </a:xfrm>
            <a:prstGeom prst="straightConnector1">
              <a:avLst/>
            </a:prstGeom>
            <a:ln w="38100">
              <a:solidFill>
                <a:srgbClr val="C9C9C9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E72A74C0-5F1B-456D-A5DE-BCC8DAEDE354}"/>
                </a:ext>
              </a:extLst>
            </p:cNvPr>
            <p:cNvCxnSpPr>
              <a:cxnSpLocks/>
            </p:cNvCxnSpPr>
            <p:nvPr/>
          </p:nvCxnSpPr>
          <p:spPr>
            <a:xfrm>
              <a:off x="2153143" y="1323253"/>
              <a:ext cx="0" cy="622800"/>
            </a:xfrm>
            <a:prstGeom prst="line">
              <a:avLst/>
            </a:prstGeom>
            <a:ln w="38100" cap="rnd">
              <a:solidFill>
                <a:srgbClr val="C9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264CBCB9-E9C3-4748-BF96-BE6A7AD380E5}"/>
                </a:ext>
              </a:extLst>
            </p:cNvPr>
            <p:cNvSpPr txBox="1"/>
            <p:nvPr/>
          </p:nvSpPr>
          <p:spPr>
            <a:xfrm>
              <a:off x="1689543" y="3928498"/>
              <a:ext cx="11219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sz="2200" baseline="-25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endParaRPr lang="zh-CN" altLang="en-US" sz="2200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zh-CN" altLang="en-US" sz="2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4B86DFC-BCDB-4B9C-8C65-138847726BE5}"/>
                </a:ext>
              </a:extLst>
            </p:cNvPr>
            <p:cNvSpPr txBox="1"/>
            <p:nvPr/>
          </p:nvSpPr>
          <p:spPr>
            <a:xfrm>
              <a:off x="848974" y="2004343"/>
              <a:ext cx="2599200" cy="959767"/>
            </a:xfrm>
            <a:prstGeom prst="roundRect">
              <a:avLst/>
            </a:prstGeom>
            <a:solidFill>
              <a:srgbClr val="55A868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Phylogenetic difference (PD)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042AFF0-C38A-44A4-BE38-65079A011AAE}"/>
                </a:ext>
              </a:extLst>
            </p:cNvPr>
            <p:cNvSpPr txBox="1"/>
            <p:nvPr/>
          </p:nvSpPr>
          <p:spPr>
            <a:xfrm>
              <a:off x="848764" y="3995314"/>
              <a:ext cx="2599200" cy="959767"/>
            </a:xfrm>
            <a:prstGeom prst="roundRect">
              <a:avLst/>
            </a:prstGeom>
            <a:solidFill>
              <a:srgbClr val="CCB974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difference (FD)</a:t>
              </a:r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9A8295BE-C696-4641-A5AD-3197D71455DC}"/>
                </a:ext>
              </a:extLst>
            </p:cNvPr>
            <p:cNvCxnSpPr>
              <a:cxnSpLocks/>
            </p:cNvCxnSpPr>
            <p:nvPr/>
          </p:nvCxnSpPr>
          <p:spPr>
            <a:xfrm>
              <a:off x="3487821" y="2605691"/>
              <a:ext cx="1474206" cy="1753823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874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>
            <a:extLst>
              <a:ext uri="{FF2B5EF4-FFF2-40B4-BE49-F238E27FC236}">
                <a16:creationId xmlns:a16="http://schemas.microsoft.com/office/drawing/2014/main" id="{33C6A64C-E866-4C7A-98D7-2892BAEEC1C0}"/>
              </a:ext>
            </a:extLst>
          </p:cNvPr>
          <p:cNvGrpSpPr/>
          <p:nvPr/>
        </p:nvGrpSpPr>
        <p:grpSpPr>
          <a:xfrm>
            <a:off x="1507953" y="772549"/>
            <a:ext cx="10350649" cy="4744130"/>
            <a:chOff x="1120179" y="649332"/>
            <a:chExt cx="10350649" cy="4744130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3A136DC5-0471-49B5-90BD-B5AD0121D641}"/>
                </a:ext>
              </a:extLst>
            </p:cNvPr>
            <p:cNvCxnSpPr>
              <a:cxnSpLocks/>
              <a:stCxn id="157" idx="3"/>
            </p:cNvCxnSpPr>
            <p:nvPr/>
          </p:nvCxnSpPr>
          <p:spPr>
            <a:xfrm flipV="1">
              <a:off x="2664340" y="2132245"/>
              <a:ext cx="2288013" cy="1477023"/>
            </a:xfrm>
            <a:prstGeom prst="straightConnector1">
              <a:avLst/>
            </a:prstGeom>
            <a:ln w="28575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81F9DA7A-E8BA-4CBE-860D-B217F31C702A}"/>
                </a:ext>
              </a:extLst>
            </p:cNvPr>
            <p:cNvCxnSpPr>
              <a:cxnSpLocks/>
              <a:stCxn id="157" idx="3"/>
              <a:endCxn id="164" idx="1"/>
            </p:cNvCxnSpPr>
            <p:nvPr/>
          </p:nvCxnSpPr>
          <p:spPr>
            <a:xfrm>
              <a:off x="2664340" y="3609268"/>
              <a:ext cx="2312809" cy="211666"/>
            </a:xfrm>
            <a:prstGeom prst="straightConnector1">
              <a:avLst/>
            </a:prstGeom>
            <a:ln w="28575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6523E99-E80A-4612-9E68-5BE77E27CD50}"/>
                </a:ext>
              </a:extLst>
            </p:cNvPr>
            <p:cNvCxnSpPr>
              <a:cxnSpLocks/>
              <a:stCxn id="153" idx="3"/>
              <a:endCxn id="163" idx="1"/>
            </p:cNvCxnSpPr>
            <p:nvPr/>
          </p:nvCxnSpPr>
          <p:spPr>
            <a:xfrm flipV="1">
              <a:off x="2669661" y="1890435"/>
              <a:ext cx="2301581" cy="176561"/>
            </a:xfrm>
            <a:prstGeom prst="straightConnector1">
              <a:avLst/>
            </a:prstGeom>
            <a:ln w="28575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A7A0A769-B889-4960-9427-45478708C425}"/>
                </a:ext>
              </a:extLst>
            </p:cNvPr>
            <p:cNvCxnSpPr>
              <a:cxnSpLocks/>
              <a:stCxn id="163" idx="3"/>
              <a:endCxn id="166" idx="1"/>
            </p:cNvCxnSpPr>
            <p:nvPr/>
          </p:nvCxnSpPr>
          <p:spPr>
            <a:xfrm>
              <a:off x="7068050" y="1890435"/>
              <a:ext cx="1847570" cy="973520"/>
            </a:xfrm>
            <a:prstGeom prst="straightConnector1">
              <a:avLst/>
            </a:prstGeom>
            <a:ln w="38100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32D5BAEB-3067-4CC1-963A-B6F1F0A483DF}"/>
                </a:ext>
              </a:extLst>
            </p:cNvPr>
            <p:cNvCxnSpPr>
              <a:cxnSpLocks/>
              <a:stCxn id="164" idx="3"/>
            </p:cNvCxnSpPr>
            <p:nvPr/>
          </p:nvCxnSpPr>
          <p:spPr>
            <a:xfrm flipV="1">
              <a:off x="7072949" y="2983149"/>
              <a:ext cx="1842671" cy="837785"/>
            </a:xfrm>
            <a:prstGeom prst="straightConnector1">
              <a:avLst/>
            </a:prstGeom>
            <a:ln w="57150">
              <a:solidFill>
                <a:srgbClr val="DD84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2EC8258-F715-4AA5-A30E-4D31B58F075E}"/>
                </a:ext>
              </a:extLst>
            </p:cNvPr>
            <p:cNvSpPr txBox="1"/>
            <p:nvPr/>
          </p:nvSpPr>
          <p:spPr>
            <a:xfrm rot="1877931">
              <a:off x="7495086" y="2137966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0.14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BD51D1C0-8FEC-435A-ADF4-7A8414F44572}"/>
                </a:ext>
              </a:extLst>
            </p:cNvPr>
            <p:cNvSpPr txBox="1"/>
            <p:nvPr/>
          </p:nvSpPr>
          <p:spPr>
            <a:xfrm rot="19937771">
              <a:off x="7456481" y="3234602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64DCC19E-6704-4736-9E83-28DE849C8724}"/>
                    </a:ext>
                  </a:extLst>
                </p:cNvPr>
                <p:cNvSpPr txBox="1"/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solidFill>
                  <a:srgbClr val="4C72B0"/>
                </a:solidFill>
                <a:ln>
                  <a:solidFill>
                    <a:srgbClr val="4C72B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0.16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64DCC19E-6704-4736-9E83-28DE849C8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blipFill>
                  <a:blip r:embed="rId3"/>
                  <a:stretch>
                    <a:fillRect b="-9155"/>
                  </a:stretch>
                </a:blipFill>
                <a:ln>
                  <a:solidFill>
                    <a:srgbClr val="4C72B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825E223D-B64A-4271-B060-9AC1906AA86C}"/>
                    </a:ext>
                  </a:extLst>
                </p:cNvPr>
                <p:cNvSpPr txBox="1"/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solidFill>
                  <a:srgbClr val="DD8452"/>
                </a:solidFill>
                <a:ln>
                  <a:solidFill>
                    <a:srgbClr val="DD845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0.42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825E223D-B64A-4271-B060-9AC1906AA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blipFill>
                  <a:blip r:embed="rId4"/>
                  <a:stretch>
                    <a:fillRect b="-8451"/>
                  </a:stretch>
                </a:blipFill>
                <a:ln>
                  <a:solidFill>
                    <a:srgbClr val="DD845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79F91CE-4EB9-46BF-AD2E-00141895DB3C}"/>
                    </a:ext>
                  </a:extLst>
                </p:cNvPr>
                <p:cNvSpPr txBox="1"/>
                <p:nvPr/>
              </p:nvSpPr>
              <p:spPr>
                <a:xfrm>
                  <a:off x="8915620" y="2251021"/>
                  <a:ext cx="2555208" cy="1225868"/>
                </a:xfrm>
                <a:prstGeom prst="round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0.26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79F91CE-4EB9-46BF-AD2E-00141895D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5620" y="2251021"/>
                  <a:ext cx="2555208" cy="1225868"/>
                </a:xfrm>
                <a:prstGeom prst="roundRect">
                  <a:avLst/>
                </a:prstGeom>
                <a:blipFill>
                  <a:blip r:embed="rId5"/>
                  <a:stretch>
                    <a:fillRect b="-49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C1F4CD8B-4E04-4366-93B8-6EB3F1EDDC14}"/>
                </a:ext>
              </a:extLst>
            </p:cNvPr>
            <p:cNvSpPr txBox="1"/>
            <p:nvPr/>
          </p:nvSpPr>
          <p:spPr>
            <a:xfrm rot="21274247">
              <a:off x="3260732" y="1727776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E561091-3420-494D-A309-839C51D6EF04}"/>
                </a:ext>
              </a:extLst>
            </p:cNvPr>
            <p:cNvSpPr txBox="1"/>
            <p:nvPr/>
          </p:nvSpPr>
          <p:spPr>
            <a:xfrm rot="19640603">
              <a:off x="3347268" y="2639715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660A314-EE30-4D97-8FCB-D567561BE7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8872" y="909530"/>
              <a:ext cx="8388000" cy="3619"/>
            </a:xfrm>
            <a:prstGeom prst="line">
              <a:avLst/>
            </a:prstGeom>
            <a:ln w="76200">
              <a:solidFill>
                <a:srgbClr val="4C72B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94D1A2F0-D833-45EF-A0A3-B29FC935D4CF}"/>
                </a:ext>
              </a:extLst>
            </p:cNvPr>
            <p:cNvCxnSpPr>
              <a:cxnSpLocks/>
              <a:endCxn id="166" idx="0"/>
            </p:cNvCxnSpPr>
            <p:nvPr/>
          </p:nvCxnSpPr>
          <p:spPr>
            <a:xfrm flipH="1">
              <a:off x="10193224" y="884923"/>
              <a:ext cx="13694" cy="1366098"/>
            </a:xfrm>
            <a:prstGeom prst="straightConnector1">
              <a:avLst/>
            </a:prstGeom>
            <a:ln w="76200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747E50C-03ED-404A-B84A-973696F245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6020" y="4805966"/>
              <a:ext cx="8352000" cy="28598"/>
            </a:xfrm>
            <a:prstGeom prst="line">
              <a:avLst/>
            </a:prstGeom>
            <a:ln w="5715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F7CA635-32EC-43A0-9353-50AA60A7734D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V="1">
              <a:off x="10192184" y="3476889"/>
              <a:ext cx="1040" cy="1361516"/>
            </a:xfrm>
            <a:prstGeom prst="straightConnector1">
              <a:avLst/>
            </a:prstGeom>
            <a:ln w="57150">
              <a:solidFill>
                <a:srgbClr val="4C72B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C895FC3F-62B8-43FB-9A1B-EA0CA53E0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0931" y="3918329"/>
              <a:ext cx="0" cy="916235"/>
            </a:xfrm>
            <a:prstGeom prst="line">
              <a:avLst/>
            </a:prstGeom>
            <a:ln w="5715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A6E00FA-B305-48F0-AE80-945B37A59D1F}"/>
                </a:ext>
              </a:extLst>
            </p:cNvPr>
            <p:cNvSpPr txBox="1"/>
            <p:nvPr/>
          </p:nvSpPr>
          <p:spPr>
            <a:xfrm>
              <a:off x="5569646" y="4577928"/>
              <a:ext cx="900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-0.22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BD185D9-7DC3-477D-B8F0-355F899E79DA}"/>
                </a:ext>
              </a:extLst>
            </p:cNvPr>
            <p:cNvSpPr txBox="1"/>
            <p:nvPr/>
          </p:nvSpPr>
          <p:spPr>
            <a:xfrm>
              <a:off x="5495717" y="649332"/>
              <a:ext cx="900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-0.35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531CA315-C72F-4506-8D94-BA64412251D4}"/>
                </a:ext>
              </a:extLst>
            </p:cNvPr>
            <p:cNvCxnSpPr>
              <a:cxnSpLocks/>
              <a:stCxn id="163" idx="2"/>
              <a:endCxn id="164" idx="0"/>
            </p:cNvCxnSpPr>
            <p:nvPr/>
          </p:nvCxnSpPr>
          <p:spPr>
            <a:xfrm>
              <a:off x="6019646" y="2316083"/>
              <a:ext cx="5403" cy="1079202"/>
            </a:xfrm>
            <a:prstGeom prst="straightConnector1">
              <a:avLst/>
            </a:prstGeom>
            <a:ln w="28575">
              <a:solidFill>
                <a:srgbClr val="DD845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07858B86-16E5-4C23-9A3B-DBE77CF35F50}"/>
                </a:ext>
              </a:extLst>
            </p:cNvPr>
            <p:cNvSpPr txBox="1"/>
            <p:nvPr/>
          </p:nvSpPr>
          <p:spPr>
            <a:xfrm>
              <a:off x="5658690" y="2657159"/>
              <a:ext cx="756000" cy="396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0.08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075EEA8E-C209-4665-AA9D-26E6955C764A}"/>
                </a:ext>
              </a:extLst>
            </p:cNvPr>
            <p:cNvSpPr txBox="1"/>
            <p:nvPr/>
          </p:nvSpPr>
          <p:spPr>
            <a:xfrm>
              <a:off x="2700697" y="496257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Fisher’s C = 0.691, </a:t>
              </a:r>
              <a:r>
                <a:rPr lang="en-US" altLang="zh-CN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 = 0.708, AIC = 48019.836</a:t>
              </a:r>
              <a:endParaRPr lang="zh-CN" alt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189D253-2657-4758-BD5B-951B1B7799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3903" y="873994"/>
              <a:ext cx="8356" cy="1080000"/>
            </a:xfrm>
            <a:prstGeom prst="line">
              <a:avLst/>
            </a:prstGeom>
            <a:ln w="7620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5E70690-47AE-4432-8740-A3E047755540}"/>
                </a:ext>
              </a:extLst>
            </p:cNvPr>
            <p:cNvSpPr txBox="1"/>
            <p:nvPr/>
          </p:nvSpPr>
          <p:spPr>
            <a:xfrm rot="274186">
              <a:off x="3481297" y="3482345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-0.07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4157EB1-3751-45E8-A522-63B24EDFDB26}"/>
                </a:ext>
              </a:extLst>
            </p:cNvPr>
            <p:cNvGrpSpPr/>
            <p:nvPr/>
          </p:nvGrpSpPr>
          <p:grpSpPr>
            <a:xfrm>
              <a:off x="1125500" y="1766204"/>
              <a:ext cx="1544161" cy="601583"/>
              <a:chOff x="1150017" y="1770141"/>
              <a:chExt cx="1544161" cy="601583"/>
            </a:xfrm>
          </p:grpSpPr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9E923631-B9C5-4A55-91D3-438C802E54E7}"/>
                  </a:ext>
                </a:extLst>
              </p:cNvPr>
              <p:cNvSpPr txBox="1"/>
              <p:nvPr/>
            </p:nvSpPr>
            <p:spPr>
              <a:xfrm>
                <a:off x="1150017" y="1770141"/>
                <a:ext cx="1544161" cy="601583"/>
              </a:xfrm>
              <a:prstGeom prst="roundRect">
                <a:avLst/>
              </a:prstGeom>
              <a:solidFill>
                <a:srgbClr val="55A868"/>
              </a:solidFill>
              <a:ln>
                <a:solidFill>
                  <a:srgbClr val="55A8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5B91811-EF56-42E1-9E76-192E05C10E43}"/>
                  </a:ext>
                </a:extLst>
              </p:cNvPr>
              <p:cNvSpPr txBox="1"/>
              <p:nvPr/>
            </p:nvSpPr>
            <p:spPr>
              <a:xfrm>
                <a:off x="1421484" y="1844458"/>
                <a:ext cx="1044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sz="2200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8E6DB5E-B6F3-4048-AF4D-95EFF11D8F07}"/>
                </a:ext>
              </a:extLst>
            </p:cNvPr>
            <p:cNvGrpSpPr/>
            <p:nvPr/>
          </p:nvGrpSpPr>
          <p:grpSpPr>
            <a:xfrm>
              <a:off x="1120179" y="3308668"/>
              <a:ext cx="1544161" cy="601200"/>
              <a:chOff x="1104344" y="3613714"/>
              <a:chExt cx="1544161" cy="601200"/>
            </a:xfrm>
          </p:grpSpPr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B56DD2E8-588F-46FD-AFE9-B28F126B1355}"/>
                  </a:ext>
                </a:extLst>
              </p:cNvPr>
              <p:cNvSpPr txBox="1"/>
              <p:nvPr/>
            </p:nvSpPr>
            <p:spPr>
              <a:xfrm>
                <a:off x="1104344" y="3613714"/>
                <a:ext cx="1544161" cy="601200"/>
              </a:xfrm>
              <a:prstGeom prst="roundRect">
                <a:avLst/>
              </a:prstGeom>
              <a:solidFill>
                <a:srgbClr val="CCB974"/>
              </a:solidFill>
              <a:ln>
                <a:solidFill>
                  <a:srgbClr val="FBD76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CAE7477-D096-4982-80BB-D19A17D97402}"/>
                  </a:ext>
                </a:extLst>
              </p:cNvPr>
              <p:cNvSpPr txBox="1"/>
              <p:nvPr/>
            </p:nvSpPr>
            <p:spPr>
              <a:xfrm>
                <a:off x="1387397" y="3683457"/>
                <a:ext cx="1121914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482553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504663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783328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564509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18AABAE-12B0-4021-9F99-B5B762D868A8}"/>
              </a:ext>
            </a:extLst>
          </p:cNvPr>
          <p:cNvCxnSpPr>
            <a:cxnSpLocks/>
          </p:cNvCxnSpPr>
          <p:nvPr/>
        </p:nvCxnSpPr>
        <p:spPr>
          <a:xfrm flipH="1">
            <a:off x="2462676" y="2503773"/>
            <a:ext cx="13180" cy="912520"/>
          </a:xfrm>
          <a:prstGeom prst="straightConnector1">
            <a:avLst/>
          </a:prstGeom>
          <a:ln w="28575">
            <a:solidFill>
              <a:srgbClr val="4C72B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5893714A-95CC-414F-8F9C-7895B1AC07C9}"/>
              </a:ext>
            </a:extLst>
          </p:cNvPr>
          <p:cNvSpPr txBox="1"/>
          <p:nvPr/>
        </p:nvSpPr>
        <p:spPr>
          <a:xfrm>
            <a:off x="2105489" y="2745860"/>
            <a:ext cx="87240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-0.06</a:t>
            </a:r>
            <a:endParaRPr lang="zh-CN" altLang="en-US" sz="2200" dirty="0">
              <a:solidFill>
                <a:srgbClr val="4C72B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02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367B890B-F811-4F87-9D82-1B38CC1B9C9B}"/>
              </a:ext>
            </a:extLst>
          </p:cNvPr>
          <p:cNvGrpSpPr/>
          <p:nvPr/>
        </p:nvGrpSpPr>
        <p:grpSpPr>
          <a:xfrm>
            <a:off x="1274655" y="667559"/>
            <a:ext cx="10047018" cy="4725903"/>
            <a:chOff x="1274655" y="667559"/>
            <a:chExt cx="10047018" cy="47259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65A9C4DE-B63A-444A-9B7C-9033A5FB0E47}"/>
                    </a:ext>
                  </a:extLst>
                </p:cNvPr>
                <p:cNvSpPr/>
                <p:nvPr/>
              </p:nvSpPr>
              <p:spPr>
                <a:xfrm>
                  <a:off x="3048000" y="2967335"/>
                  <a:ext cx="6096000" cy="923330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Dominance</a:t>
                  </a:r>
                </a:p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0.08</a:t>
                  </a:r>
                  <a:endParaRPr lang="zh-CN" alt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65A9C4DE-B63A-444A-9B7C-9033A5FB0E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967335"/>
                  <a:ext cx="6096000" cy="923330"/>
                </a:xfrm>
                <a:prstGeom prst="rect">
                  <a:avLst/>
                </a:prstGeom>
                <a:blipFill>
                  <a:blip r:embed="rId3"/>
                  <a:stretch>
                    <a:fillRect t="-3974" b="-99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05FA0BE-EFAF-4810-96E7-B01F94B2D058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V="1">
              <a:off x="2845920" y="2426448"/>
              <a:ext cx="2114874" cy="1225347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F424285-0FDD-4307-B4C6-04AA5768EF7D}"/>
                </a:ext>
              </a:extLst>
            </p:cNvPr>
            <p:cNvCxnSpPr>
              <a:cxnSpLocks/>
              <a:stCxn id="71" idx="3"/>
              <a:endCxn id="51" idx="1"/>
            </p:cNvCxnSpPr>
            <p:nvPr/>
          </p:nvCxnSpPr>
          <p:spPr>
            <a:xfrm>
              <a:off x="2845920" y="3651795"/>
              <a:ext cx="2131229" cy="169139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8BA07501-119C-4AE7-8A6A-08533E8789D6}"/>
                </a:ext>
              </a:extLst>
            </p:cNvPr>
            <p:cNvCxnSpPr>
              <a:cxnSpLocks/>
              <a:stCxn id="75" idx="3"/>
              <a:endCxn id="50" idx="1"/>
            </p:cNvCxnSpPr>
            <p:nvPr/>
          </p:nvCxnSpPr>
          <p:spPr>
            <a:xfrm flipV="1">
              <a:off x="2818816" y="1890435"/>
              <a:ext cx="2152426" cy="208462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5FDFC51-3BE8-4C86-B7B1-575C47111EA2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7068050" y="1890435"/>
              <a:ext cx="1698415" cy="973520"/>
            </a:xfrm>
            <a:prstGeom prst="straightConnector1">
              <a:avLst/>
            </a:prstGeom>
            <a:ln w="57150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D2437DEF-6210-49C7-93C4-7597779C8B87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7072949" y="2974811"/>
              <a:ext cx="1698415" cy="846123"/>
            </a:xfrm>
            <a:prstGeom prst="straightConnector1">
              <a:avLst/>
            </a:prstGeom>
            <a:ln w="57150">
              <a:solidFill>
                <a:srgbClr val="DD84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BF19D19-92B0-4CED-A3FD-A0ED807D1881}"/>
                </a:ext>
              </a:extLst>
            </p:cNvPr>
            <p:cNvSpPr txBox="1"/>
            <p:nvPr/>
          </p:nvSpPr>
          <p:spPr>
            <a:xfrm rot="1877931">
              <a:off x="7495086" y="2137966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0.13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BDE8751-3AD9-491D-B19D-099B6A39AC04}"/>
                </a:ext>
              </a:extLst>
            </p:cNvPr>
            <p:cNvSpPr txBox="1"/>
            <p:nvPr/>
          </p:nvSpPr>
          <p:spPr>
            <a:xfrm rot="19937771">
              <a:off x="7443511" y="3215147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0.14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68F7B4-3D40-43BF-945B-E383BB7A638F}"/>
                    </a:ext>
                  </a:extLst>
                </p:cNvPr>
                <p:cNvSpPr txBox="1"/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solidFill>
                  <a:srgbClr val="4C72B0"/>
                </a:solidFill>
                <a:ln>
                  <a:solidFill>
                    <a:srgbClr val="4C72B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0.07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68F7B4-3D40-43BF-945B-E383BB7A6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blipFill>
                  <a:blip r:embed="rId4"/>
                  <a:stretch>
                    <a:fillRect b="-9155"/>
                  </a:stretch>
                </a:blipFill>
                <a:ln>
                  <a:solidFill>
                    <a:srgbClr val="4C72B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551E6B2-5160-42C7-952A-103F808834AF}"/>
                    </a:ext>
                  </a:extLst>
                </p:cNvPr>
                <p:cNvSpPr txBox="1"/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solidFill>
                  <a:srgbClr val="DD8452"/>
                </a:solidFill>
                <a:ln>
                  <a:solidFill>
                    <a:srgbClr val="DD845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0.11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551E6B2-5160-42C7-952A-103F80883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  <a:ln>
                  <a:solidFill>
                    <a:srgbClr val="DD845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ED0FF4-5D58-4856-86F4-E5F8319C54B5}"/>
                    </a:ext>
                  </a:extLst>
                </p:cNvPr>
                <p:cNvSpPr txBox="1"/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Dominance</a:t>
                  </a:r>
                </a:p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0.08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ED0FF4-5D58-4856-86F4-E5F8319C5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blipFill>
                  <a:blip r:embed="rId6"/>
                  <a:stretch>
                    <a:fillRect b="-54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F61B444-C790-4428-9BBE-F57E72C90D28}"/>
                </a:ext>
              </a:extLst>
            </p:cNvPr>
            <p:cNvSpPr txBox="1"/>
            <p:nvPr/>
          </p:nvSpPr>
          <p:spPr>
            <a:xfrm rot="21216564">
              <a:off x="3309345" y="1748576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-0.01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13D16DB-4B92-49F4-84E4-1D9A9F125536}"/>
                </a:ext>
              </a:extLst>
            </p:cNvPr>
            <p:cNvSpPr txBox="1"/>
            <p:nvPr/>
          </p:nvSpPr>
          <p:spPr>
            <a:xfrm rot="19702339">
              <a:off x="3449056" y="2850977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0.02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28710CA-4B37-4E0E-873A-EA62DDB898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3033" y="909530"/>
              <a:ext cx="7992000" cy="3619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CF8A3B0-449E-41C5-9ED2-B17312DCC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69" y="903457"/>
              <a:ext cx="13694" cy="133200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0E49098-442C-4167-B7B4-B884EB19D1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9633" y="4805966"/>
              <a:ext cx="8002800" cy="28598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23B07597-581C-4100-A41F-A193FD37F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3029" y="3476889"/>
              <a:ext cx="1040" cy="136151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B36E67C-0AA6-4226-B1C2-DA051FB2A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5484" y="3640815"/>
              <a:ext cx="0" cy="118080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BD1DF55-E4F6-414F-B990-80870A351B68}"/>
                </a:ext>
              </a:extLst>
            </p:cNvPr>
            <p:cNvSpPr txBox="1"/>
            <p:nvPr/>
          </p:nvSpPr>
          <p:spPr>
            <a:xfrm>
              <a:off x="5569646" y="4584106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-0.05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0371727-7FB1-461E-B006-9FA66A5E579F}"/>
                </a:ext>
              </a:extLst>
            </p:cNvPr>
            <p:cNvSpPr txBox="1"/>
            <p:nvPr/>
          </p:nvSpPr>
          <p:spPr>
            <a:xfrm>
              <a:off x="5495717" y="667559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-0.09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2E7FC18-A89B-4C86-899F-05CCCA0C1B70}"/>
                </a:ext>
              </a:extLst>
            </p:cNvPr>
            <p:cNvCxnSpPr>
              <a:cxnSpLocks/>
              <a:stCxn id="50" idx="2"/>
              <a:endCxn id="51" idx="0"/>
            </p:cNvCxnSpPr>
            <p:nvPr/>
          </p:nvCxnSpPr>
          <p:spPr>
            <a:xfrm>
              <a:off x="6019646" y="2316083"/>
              <a:ext cx="5403" cy="1079202"/>
            </a:xfrm>
            <a:prstGeom prst="straightConnector1">
              <a:avLst/>
            </a:prstGeom>
            <a:ln w="76200">
              <a:solidFill>
                <a:srgbClr val="DD845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A7E78F9-ECB1-471F-AA7C-640136C42720}"/>
                </a:ext>
              </a:extLst>
            </p:cNvPr>
            <p:cNvSpPr txBox="1"/>
            <p:nvPr/>
          </p:nvSpPr>
          <p:spPr>
            <a:xfrm>
              <a:off x="5658690" y="26571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0.30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35A1486-069D-4997-B431-768AD6801155}"/>
                </a:ext>
              </a:extLst>
            </p:cNvPr>
            <p:cNvSpPr txBox="1"/>
            <p:nvPr/>
          </p:nvSpPr>
          <p:spPr>
            <a:xfrm>
              <a:off x="2700697" y="496257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Fisher’s C = 1.883, P = 0.390, AIC = 10734.053</a:t>
              </a: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1595256-47CA-4595-8AC7-347218C4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5484" y="898033"/>
              <a:ext cx="8356" cy="111600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E741ED3-0D7B-4187-B00F-D42A499D0C5E}"/>
                </a:ext>
              </a:extLst>
            </p:cNvPr>
            <p:cNvSpPr txBox="1"/>
            <p:nvPr/>
          </p:nvSpPr>
          <p:spPr>
            <a:xfrm rot="259684">
              <a:off x="3449056" y="3520922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0.06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9DC1828-7247-474D-9E10-060542F24BD9}"/>
                </a:ext>
              </a:extLst>
            </p:cNvPr>
            <p:cNvGrpSpPr/>
            <p:nvPr/>
          </p:nvGrpSpPr>
          <p:grpSpPr>
            <a:xfrm>
              <a:off x="1274655" y="1798105"/>
              <a:ext cx="1544161" cy="601583"/>
              <a:chOff x="1299172" y="1802042"/>
              <a:chExt cx="1544161" cy="601583"/>
            </a:xfrm>
          </p:grpSpPr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7EE2ADD-E4BF-411F-93D1-A168B700C2E1}"/>
                  </a:ext>
                </a:extLst>
              </p:cNvPr>
              <p:cNvSpPr txBox="1"/>
              <p:nvPr/>
            </p:nvSpPr>
            <p:spPr>
              <a:xfrm>
                <a:off x="1299172" y="1802042"/>
                <a:ext cx="1544161" cy="601583"/>
              </a:xfrm>
              <a:prstGeom prst="roundRect">
                <a:avLst/>
              </a:prstGeom>
              <a:solidFill>
                <a:srgbClr val="55A868"/>
              </a:solidFill>
              <a:ln>
                <a:solidFill>
                  <a:srgbClr val="55A8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481A1B6-D1F8-4E7E-8910-CD6621CB88AE}"/>
                  </a:ext>
                </a:extLst>
              </p:cNvPr>
              <p:cNvSpPr txBox="1"/>
              <p:nvPr/>
            </p:nvSpPr>
            <p:spPr>
              <a:xfrm>
                <a:off x="1570639" y="1876359"/>
                <a:ext cx="1044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sz="2200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C5ABB1F-9C5C-42A9-AAA9-40501192C35E}"/>
                </a:ext>
              </a:extLst>
            </p:cNvPr>
            <p:cNvGrpSpPr/>
            <p:nvPr/>
          </p:nvGrpSpPr>
          <p:grpSpPr>
            <a:xfrm>
              <a:off x="1301759" y="3351195"/>
              <a:ext cx="1544161" cy="601200"/>
              <a:chOff x="1285924" y="3656241"/>
              <a:chExt cx="1544161" cy="601200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1DC35BB-0EC9-4E0A-87B1-44A91B5EDB68}"/>
                  </a:ext>
                </a:extLst>
              </p:cNvPr>
              <p:cNvSpPr txBox="1"/>
              <p:nvPr/>
            </p:nvSpPr>
            <p:spPr>
              <a:xfrm>
                <a:off x="1285924" y="3656241"/>
                <a:ext cx="1544161" cy="601200"/>
              </a:xfrm>
              <a:prstGeom prst="roundRect">
                <a:avLst/>
              </a:prstGeom>
              <a:solidFill>
                <a:srgbClr val="CCB974"/>
              </a:solidFill>
              <a:ln>
                <a:solidFill>
                  <a:srgbClr val="FBD76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5DFFEA4-B97D-41DC-B537-12E26DF92C2F}"/>
                  </a:ext>
                </a:extLst>
              </p:cNvPr>
              <p:cNvSpPr txBox="1"/>
              <p:nvPr/>
            </p:nvSpPr>
            <p:spPr>
              <a:xfrm>
                <a:off x="1568977" y="3725984"/>
                <a:ext cx="1121914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C40D9EE-F3FD-410B-9BCD-4E5BD145FB8D}"/>
              </a:ext>
            </a:extLst>
          </p:cNvPr>
          <p:cNvCxnSpPr>
            <a:cxnSpLocks/>
          </p:cNvCxnSpPr>
          <p:nvPr/>
        </p:nvCxnSpPr>
        <p:spPr>
          <a:xfrm flipH="1">
            <a:off x="2056301" y="2409861"/>
            <a:ext cx="13180" cy="912520"/>
          </a:xfrm>
          <a:prstGeom prst="straightConnector1">
            <a:avLst/>
          </a:prstGeom>
          <a:ln w="57150">
            <a:solidFill>
              <a:srgbClr val="DD845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78079CB3-DE48-4012-91FD-D44FD6D3A694}"/>
              </a:ext>
            </a:extLst>
          </p:cNvPr>
          <p:cNvSpPr txBox="1"/>
          <p:nvPr/>
        </p:nvSpPr>
        <p:spPr>
          <a:xfrm>
            <a:off x="1704972" y="2651577"/>
            <a:ext cx="7920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0.15</a:t>
            </a:r>
            <a:endParaRPr lang="zh-CN" altLang="en-US" sz="2200" dirty="0">
              <a:solidFill>
                <a:srgbClr val="DD84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6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1ED16-D848-41DA-BE8F-47000B218506}"/>
              </a:ext>
            </a:extLst>
          </p:cNvPr>
          <p:cNvGrpSpPr/>
          <p:nvPr/>
        </p:nvGrpSpPr>
        <p:grpSpPr>
          <a:xfrm>
            <a:off x="618797" y="686244"/>
            <a:ext cx="10952367" cy="5425173"/>
            <a:chOff x="618797" y="686244"/>
            <a:chExt cx="10952367" cy="5425173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F29658C-81BB-4E33-BD83-03698F8DA13C}"/>
                </a:ext>
              </a:extLst>
            </p:cNvPr>
            <p:cNvSpPr txBox="1"/>
            <p:nvPr/>
          </p:nvSpPr>
          <p:spPr>
            <a:xfrm>
              <a:off x="3078609" y="5680530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0.729, </a:t>
              </a:r>
              <a:r>
                <a:rPr lang="en-US" altLang="zh-CN" sz="2200" i="1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0.694, AIC = 47999.051</a:t>
              </a:r>
              <a:endParaRPr lang="zh-CN" altLang="en-US" sz="2200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8797" y="686244"/>
              <a:ext cx="10952367" cy="5028896"/>
              <a:chOff x="950227" y="487682"/>
              <a:chExt cx="10952367" cy="50288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0.42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18" t="-7042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0.16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451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0.27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8" t="-7042" r="-5830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487682"/>
                <a:ext cx="10952367" cy="5028896"/>
                <a:chOff x="950227" y="487682"/>
                <a:chExt cx="10952367" cy="5028896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71697"/>
                  <a:ext cx="2489" cy="936000"/>
                </a:xfrm>
                <a:prstGeom prst="straightConnector1">
                  <a:avLst/>
                </a:prstGeom>
                <a:ln w="19050">
                  <a:solidFill>
                    <a:srgbClr val="4D4D4D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1" y="2824141"/>
                  <a:ext cx="92587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-0.06</a:t>
                  </a:r>
                  <a:endParaRPr lang="zh-CN" altLang="en-US" sz="2200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487682"/>
                  <a:ext cx="10952367" cy="5028896"/>
                  <a:chOff x="950227" y="487682"/>
                  <a:chExt cx="10952367" cy="5028896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487682"/>
                    <a:ext cx="10111588" cy="5028896"/>
                    <a:chOff x="1403232" y="364465"/>
                    <a:chExt cx="10111588" cy="5028896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38100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76168" y="2014939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635044" y="3074195"/>
                      <a:ext cx="76765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414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Establishment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7" y="1578618"/>
                      <a:ext cx="84348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349274" y="2657417"/>
                      <a:ext cx="91828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48872" y="760375"/>
                      <a:ext cx="8402400" cy="3619"/>
                    </a:xfrm>
                    <a:prstGeom prst="line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34947"/>
                      <a:ext cx="18504" cy="1638000"/>
                    </a:xfrm>
                    <a:prstGeom prst="straightConnector1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58069" y="4987546"/>
                      <a:ext cx="8362800" cy="28598"/>
                    </a:xfrm>
                    <a:prstGeom prst="line">
                      <a:avLst/>
                    </a:prstGeom>
                    <a:ln w="57150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79252"/>
                      <a:ext cx="14159" cy="1620000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4D4D4D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78882" y="4450376"/>
                      <a:ext cx="0" cy="540000"/>
                    </a:xfrm>
                    <a:prstGeom prst="line">
                      <a:avLst/>
                    </a:prstGeom>
                    <a:ln w="5715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62474"/>
                      <a:ext cx="929803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64465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-0.35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203" y="2463561"/>
                      <a:ext cx="0" cy="936000"/>
                    </a:xfrm>
                    <a:prstGeom prst="straightConnector1">
                      <a:avLst/>
                    </a:prstGeom>
                    <a:ln w="1905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0555" y="2689451"/>
                      <a:ext cx="76790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82734" y="773166"/>
                      <a:ext cx="0" cy="622800"/>
                    </a:xfrm>
                    <a:prstGeom prst="line">
                      <a:avLst/>
                    </a:prstGeom>
                    <a:ln w="7620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78860" y="3547187"/>
                      <a:ext cx="90235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-0.07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B3D83FA-A437-4E04-B26D-39BCB7258DB9}"/>
              </a:ext>
            </a:extLst>
          </p:cNvPr>
          <p:cNvCxnSpPr>
            <a:cxnSpLocks/>
          </p:cNvCxnSpPr>
          <p:nvPr/>
        </p:nvCxnSpPr>
        <p:spPr>
          <a:xfrm flipH="1">
            <a:off x="6178516" y="563637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98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1BAAA8-4DAA-43C3-A60B-1A93F93506BF}"/>
              </a:ext>
            </a:extLst>
          </p:cNvPr>
          <p:cNvGrpSpPr/>
          <p:nvPr/>
        </p:nvGrpSpPr>
        <p:grpSpPr>
          <a:xfrm>
            <a:off x="619816" y="763749"/>
            <a:ext cx="10952367" cy="5392480"/>
            <a:chOff x="619816" y="763749"/>
            <a:chExt cx="10952367" cy="5392480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763749"/>
              <a:ext cx="10952367" cy="5019371"/>
              <a:chOff x="950227" y="506732"/>
              <a:chExt cx="10952367" cy="50193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0.11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35" t="-8451" r="-2174" b="-28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451" b="-28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0.09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2" t="-8571" r="-5310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506732"/>
                <a:ext cx="10952367" cy="5019371"/>
                <a:chOff x="950227" y="506732"/>
                <a:chExt cx="10952367" cy="5019371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90747"/>
                  <a:ext cx="2489" cy="936000"/>
                </a:xfrm>
                <a:prstGeom prst="straightConnector1">
                  <a:avLst/>
                </a:prstGeom>
                <a:ln w="57150">
                  <a:solidFill>
                    <a:srgbClr val="C44E5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2" y="2824141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0.14</a:t>
                  </a:r>
                  <a:endParaRPr lang="zh-CN" altLang="en-US" sz="2200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506732"/>
                  <a:ext cx="10952367" cy="5019371"/>
                  <a:chOff x="950227" y="506732"/>
                  <a:chExt cx="10952367" cy="5019371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506732"/>
                    <a:ext cx="10111588" cy="5019371"/>
                    <a:chOff x="1403232" y="383515"/>
                    <a:chExt cx="10111588" cy="5019371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46751" y="1966300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581577" y="3074388"/>
                      <a:ext cx="76073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028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6" y="1578618"/>
                      <a:ext cx="861581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481103" y="2553971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64774" y="760375"/>
                      <a:ext cx="8352000" cy="3619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58800"/>
                      <a:ext cx="18504" cy="1584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72997" y="4998498"/>
                      <a:ext cx="8316000" cy="15828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98302"/>
                      <a:ext cx="14159" cy="1620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34098" y="4436729"/>
                      <a:ext cx="0" cy="55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71999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83515"/>
                      <a:ext cx="86312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637" y="2484852"/>
                      <a:ext cx="0" cy="936000"/>
                    </a:xfrm>
                    <a:prstGeom prst="straightConnector1">
                      <a:avLst/>
                    </a:prstGeom>
                    <a:ln w="7620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8094" y="2699066"/>
                      <a:ext cx="75669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69867" y="761970"/>
                      <a:ext cx="0" cy="64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4510" y="3546574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8575F9A-6C7E-41A7-8453-A4EF95DB561B}"/>
                </a:ext>
              </a:extLst>
            </p:cNvPr>
            <p:cNvSpPr txBox="1"/>
            <p:nvPr/>
          </p:nvSpPr>
          <p:spPr>
            <a:xfrm>
              <a:off x="3060578" y="5725342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1.942, P = 0.379, AIC = 8862.131</a:t>
              </a:r>
            </a:p>
          </p:txBody>
        </p:sp>
      </p:grp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AE1ACED-C4A8-4C97-8323-27D6BE1F48AC}"/>
              </a:ext>
            </a:extLst>
          </p:cNvPr>
          <p:cNvCxnSpPr>
            <a:cxnSpLocks/>
          </p:cNvCxnSpPr>
          <p:nvPr/>
        </p:nvCxnSpPr>
        <p:spPr>
          <a:xfrm flipH="1">
            <a:off x="6153948" y="568271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54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2352723" y="8344260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8D187F-728C-4499-B866-60A8B54E223F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1317586" y="-2586"/>
            <a:chExt cx="5164096" cy="8227159"/>
          </a:xfrm>
        </p:grpSpPr>
        <p:sp>
          <p:nvSpPr>
            <p:cNvPr id="304" name="Rounded Rectangle 6">
              <a:extLst>
                <a:ext uri="{FF2B5EF4-FFF2-40B4-BE49-F238E27FC236}">
                  <a16:creationId xmlns:a16="http://schemas.microsoft.com/office/drawing/2014/main" id="{3EA30BBA-55F2-4AE1-828B-9554A24FACE6}"/>
                </a:ext>
              </a:extLst>
            </p:cNvPr>
            <p:cNvSpPr/>
            <p:nvPr/>
          </p:nvSpPr>
          <p:spPr>
            <a:xfrm>
              <a:off x="1849510" y="289824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3F21F27-16AC-4EA2-8F9E-961079B0C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10800" y="640212"/>
              <a:ext cx="2489" cy="792000"/>
            </a:xfrm>
            <a:prstGeom prst="straightConnector1">
              <a:avLst/>
            </a:prstGeom>
            <a:ln w="19050">
              <a:solidFill>
                <a:srgbClr val="5F5F5F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4E405B7-76DC-4035-9A7C-6C35EA3F5E6D}"/>
                </a:ext>
              </a:extLst>
            </p:cNvPr>
            <p:cNvSpPr txBox="1"/>
            <p:nvPr/>
          </p:nvSpPr>
          <p:spPr>
            <a:xfrm>
              <a:off x="3562032" y="658139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-0.06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2" name="图形 181">
              <a:extLst>
                <a:ext uri="{FF2B5EF4-FFF2-40B4-BE49-F238E27FC236}">
                  <a16:creationId xmlns:a16="http://schemas.microsoft.com/office/drawing/2014/main" id="{2AC210C9-E232-4F94-925E-05A0C4682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2106751" y="2887533"/>
              <a:ext cx="967331" cy="934742"/>
            </a:xfrm>
            <a:prstGeom prst="rect">
              <a:avLst/>
            </a:prstGeom>
          </p:spPr>
        </p:pic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1F3F440A-C5A3-49ED-8C46-7A39E21D0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516" y="3053564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27502616-1991-437A-8C57-E32C9D448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767" y="3442568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6E1E2AC-28BF-47B4-B3A0-3236DA13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2504" y="3795716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4" name="图形 183">
              <a:extLst>
                <a:ext uri="{FF2B5EF4-FFF2-40B4-BE49-F238E27FC236}">
                  <a16:creationId xmlns:a16="http://schemas.microsoft.com/office/drawing/2014/main" id="{95D4AEEC-99A2-4ECF-B846-0E6DF45B6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43510" y="3006212"/>
              <a:ext cx="266485" cy="262870"/>
            </a:xfrm>
            <a:prstGeom prst="rect">
              <a:avLst/>
            </a:prstGeom>
          </p:spPr>
        </p:pic>
        <p:pic>
          <p:nvPicPr>
            <p:cNvPr id="186" name="图形 185" descr="无茎花朵">
              <a:extLst>
                <a:ext uri="{FF2B5EF4-FFF2-40B4-BE49-F238E27FC236}">
                  <a16:creationId xmlns:a16="http://schemas.microsoft.com/office/drawing/2014/main" id="{E158A0A3-BF8C-4510-B53F-315D3C3BA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4426" y="3342441"/>
              <a:ext cx="383924" cy="376776"/>
            </a:xfrm>
            <a:prstGeom prst="rect">
              <a:avLst/>
            </a:prstGeom>
          </p:spPr>
        </p:pic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C2BCCE66-E70E-4003-AB42-B0B4DA2A10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19076" y="3553516"/>
              <a:ext cx="0" cy="792000"/>
            </a:xfrm>
            <a:prstGeom prst="straightConnector1">
              <a:avLst/>
            </a:prstGeom>
            <a:ln w="1905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27C8136E-C48B-405C-95DB-87D8683FF1D1}"/>
                </a:ext>
              </a:extLst>
            </p:cNvPr>
            <p:cNvSpPr txBox="1"/>
            <p:nvPr/>
          </p:nvSpPr>
          <p:spPr>
            <a:xfrm>
              <a:off x="3604196" y="3625255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0.08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Rounded Rectangle 6">
              <a:extLst>
                <a:ext uri="{FF2B5EF4-FFF2-40B4-BE49-F238E27FC236}">
                  <a16:creationId xmlns:a16="http://schemas.microsoft.com/office/drawing/2014/main" id="{B8DC837F-8B3A-473C-B5DD-3A827B7B1F22}"/>
                </a:ext>
              </a:extLst>
            </p:cNvPr>
            <p:cNvSpPr/>
            <p:nvPr/>
          </p:nvSpPr>
          <p:spPr>
            <a:xfrm>
              <a:off x="4328004" y="2172"/>
              <a:ext cx="1604833" cy="1908000"/>
            </a:xfrm>
            <a:prstGeom prst="roundRect">
              <a:avLst/>
            </a:prstGeom>
            <a:solidFill>
              <a:srgbClr val="CCB974">
                <a:alpha val="5098"/>
              </a:srgbClr>
            </a:solidFill>
            <a:ln w="9525">
              <a:solidFill>
                <a:srgbClr val="CCB9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D0F5A15F-6E63-4508-82B7-466BB0BABE73}"/>
                </a:ext>
              </a:extLst>
            </p:cNvPr>
            <p:cNvSpPr txBox="1"/>
            <p:nvPr/>
          </p:nvSpPr>
          <p:spPr>
            <a:xfrm>
              <a:off x="4268562" y="849492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 difference (</a:t>
              </a:r>
              <a:r>
                <a:rPr lang="en-US" altLang="zh-CN" dirty="0" err="1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baseline="-25000" dirty="0" err="1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5F630977-EECA-4827-9C36-1A2D26B88426}"/>
                </a:ext>
              </a:extLst>
            </p:cNvPr>
            <p:cNvCxnSpPr>
              <a:cxnSpLocks/>
            </p:cNvCxnSpPr>
            <p:nvPr/>
          </p:nvCxnSpPr>
          <p:spPr>
            <a:xfrm>
              <a:off x="5103222" y="467875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8DD74EFC-9CEF-47E1-AA72-0CB516352119}"/>
                </a:ext>
              </a:extLst>
            </p:cNvPr>
            <p:cNvCxnSpPr>
              <a:cxnSpLocks/>
            </p:cNvCxnSpPr>
            <p:nvPr/>
          </p:nvCxnSpPr>
          <p:spPr>
            <a:xfrm>
              <a:off x="4959623" y="42257"/>
              <a:ext cx="540000" cy="885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0DE5BD26-881A-4AA1-B64D-A4111CF98DE7}"/>
                </a:ext>
              </a:extLst>
            </p:cNvPr>
            <p:cNvCxnSpPr>
              <a:cxnSpLocks/>
            </p:cNvCxnSpPr>
            <p:nvPr/>
          </p:nvCxnSpPr>
          <p:spPr>
            <a:xfrm>
              <a:off x="5281584" y="79619"/>
              <a:ext cx="0" cy="360000"/>
            </a:xfrm>
            <a:prstGeom prst="straightConnector1">
              <a:avLst/>
            </a:prstGeom>
            <a:ln w="19050">
              <a:solidFill>
                <a:srgbClr val="BFA75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7" name="图形 276" descr="三叶草">
              <a:extLst>
                <a:ext uri="{FF2B5EF4-FFF2-40B4-BE49-F238E27FC236}">
                  <a16:creationId xmlns:a16="http://schemas.microsoft.com/office/drawing/2014/main" id="{F1D55F40-83AE-408E-8E8A-C16A1E6545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55017" r="59041"/>
            <a:stretch/>
          </p:blipFill>
          <p:spPr>
            <a:xfrm rot="21247962">
              <a:off x="4699430" y="237437"/>
              <a:ext cx="271444" cy="792926"/>
            </a:xfrm>
            <a:prstGeom prst="rect">
              <a:avLst/>
            </a:prstGeom>
          </p:spPr>
        </p:pic>
        <p:pic>
          <p:nvPicPr>
            <p:cNvPr id="278" name="图形 277" descr="鲜花">
              <a:extLst>
                <a:ext uri="{FF2B5EF4-FFF2-40B4-BE49-F238E27FC236}">
                  <a16:creationId xmlns:a16="http://schemas.microsoft.com/office/drawing/2014/main" id="{4F6C0C81-2D0E-49AD-9774-87A9A71755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57338"/>
            <a:stretch/>
          </p:blipFill>
          <p:spPr>
            <a:xfrm>
              <a:off x="4788537" y="332521"/>
              <a:ext cx="231592" cy="98802"/>
            </a:xfrm>
            <a:prstGeom prst="rect">
              <a:avLst/>
            </a:prstGeom>
          </p:spPr>
        </p:pic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6B53EC68-D798-4D33-8F62-DA79362FEC63}"/>
                </a:ext>
              </a:extLst>
            </p:cNvPr>
            <p:cNvGrpSpPr/>
            <p:nvPr/>
          </p:nvGrpSpPr>
          <p:grpSpPr>
            <a:xfrm rot="20484830">
              <a:off x="4962107" y="438766"/>
              <a:ext cx="366676" cy="492375"/>
              <a:chOff x="1186757" y="4070120"/>
              <a:chExt cx="463903" cy="622933"/>
            </a:xfrm>
          </p:grpSpPr>
          <p:pic>
            <p:nvPicPr>
              <p:cNvPr id="280" name="图形 279" descr="三叶草">
                <a:extLst>
                  <a:ext uri="{FF2B5EF4-FFF2-40B4-BE49-F238E27FC236}">
                    <a16:creationId xmlns:a16="http://schemas.microsoft.com/office/drawing/2014/main" id="{B9FE89ED-E0B1-4494-9440-A89C1BE0B3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1" name="图形 280" descr="无茎花朵">
                <a:extLst>
                  <a:ext uri="{FF2B5EF4-FFF2-40B4-BE49-F238E27FC236}">
                    <a16:creationId xmlns:a16="http://schemas.microsoft.com/office/drawing/2014/main" id="{183D1E20-39F9-4745-A39F-347559A1D4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73171" y="4070120"/>
                <a:ext cx="377489" cy="377489"/>
              </a:xfrm>
              <a:prstGeom prst="rect">
                <a:avLst/>
              </a:prstGeom>
            </p:spPr>
          </p:pic>
        </p:grp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86279D6E-6A00-4A9F-990D-E5066766CAA3}"/>
                </a:ext>
              </a:extLst>
            </p:cNvPr>
            <p:cNvGrpSpPr/>
            <p:nvPr/>
          </p:nvGrpSpPr>
          <p:grpSpPr>
            <a:xfrm rot="20699580">
              <a:off x="5170439" y="446058"/>
              <a:ext cx="364798" cy="491899"/>
              <a:chOff x="1186757" y="4070722"/>
              <a:chExt cx="461527" cy="622331"/>
            </a:xfrm>
            <a:solidFill>
              <a:srgbClr val="A8ACB2"/>
            </a:solidFill>
          </p:grpSpPr>
          <p:pic>
            <p:nvPicPr>
              <p:cNvPr id="283" name="图形 282" descr="三叶草">
                <a:extLst>
                  <a:ext uri="{FF2B5EF4-FFF2-40B4-BE49-F238E27FC236}">
                    <a16:creationId xmlns:a16="http://schemas.microsoft.com/office/drawing/2014/main" id="{C0AAC43F-E5EC-4FFA-9546-C16AA9A4FA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4" name="图形 283" descr="无茎花朵">
                <a:extLst>
                  <a:ext uri="{FF2B5EF4-FFF2-40B4-BE49-F238E27FC236}">
                    <a16:creationId xmlns:a16="http://schemas.microsoft.com/office/drawing/2014/main" id="{E2E80FD6-9F9E-4969-BA87-BE06705CE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70795" y="4070722"/>
                <a:ext cx="377489" cy="377489"/>
              </a:xfrm>
              <a:prstGeom prst="rect">
                <a:avLst/>
              </a:prstGeom>
            </p:spPr>
          </p:pic>
        </p:grpSp>
        <p:pic>
          <p:nvPicPr>
            <p:cNvPr id="285" name="图形 284" descr="盆花">
              <a:extLst>
                <a:ext uri="{FF2B5EF4-FFF2-40B4-BE49-F238E27FC236}">
                  <a16:creationId xmlns:a16="http://schemas.microsoft.com/office/drawing/2014/main" id="{EEA023D9-0A79-4E19-BFC2-E465092A4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25816" t="53728" r="21971" b="37594"/>
            <a:stretch/>
          </p:blipFill>
          <p:spPr>
            <a:xfrm>
              <a:off x="4667759" y="793928"/>
              <a:ext cx="969509" cy="114998"/>
            </a:xfrm>
            <a:prstGeom prst="rect">
              <a:avLst/>
            </a:prstGeom>
          </p:spPr>
        </p:pic>
        <p:pic>
          <p:nvPicPr>
            <p:cNvPr id="286" name="图形 285">
              <a:extLst>
                <a:ext uri="{FF2B5EF4-FFF2-40B4-BE49-F238E27FC236}">
                  <a16:creationId xmlns:a16="http://schemas.microsoft.com/office/drawing/2014/main" id="{273684DD-5733-4B72-9E7A-D273AC30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6135" y="52855"/>
              <a:ext cx="249879" cy="251165"/>
            </a:xfrm>
            <a:prstGeom prst="rect">
              <a:avLst/>
            </a:prstGeom>
          </p:spPr>
        </p:pic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38A5B480-9CBD-4294-A51A-BC4D755AC88F}"/>
                </a:ext>
              </a:extLst>
            </p:cNvPr>
            <p:cNvSpPr txBox="1"/>
            <p:nvPr/>
          </p:nvSpPr>
          <p:spPr>
            <a:xfrm>
              <a:off x="1768631" y="3747930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(</a:t>
              </a:r>
              <a:r>
                <a:rPr lang="en-US" altLang="zh-CN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altLang="zh-CN" baseline="-25000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A0E2A8A-DAE5-4771-BC78-482310E6F893}"/>
                </a:ext>
              </a:extLst>
            </p:cNvPr>
            <p:cNvGrpSpPr/>
            <p:nvPr/>
          </p:nvGrpSpPr>
          <p:grpSpPr>
            <a:xfrm>
              <a:off x="3052720" y="5905317"/>
              <a:ext cx="1794615" cy="1908000"/>
              <a:chOff x="2666010" y="4596240"/>
              <a:chExt cx="1794615" cy="1908000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4E7BA054-A6B7-462D-9D2D-F0578CEBAC05}"/>
                  </a:ext>
                </a:extLst>
              </p:cNvPr>
              <p:cNvGrpSpPr/>
              <p:nvPr/>
            </p:nvGrpSpPr>
            <p:grpSpPr>
              <a:xfrm>
                <a:off x="3320664" y="4681413"/>
                <a:ext cx="343826" cy="986447"/>
                <a:chOff x="992031" y="4951613"/>
                <a:chExt cx="348796" cy="1000706"/>
              </a:xfrm>
            </p:grpSpPr>
            <p:pic>
              <p:nvPicPr>
                <p:cNvPr id="224" name="图形 223" descr="鲜花">
                  <a:extLst>
                    <a:ext uri="{FF2B5EF4-FFF2-40B4-BE49-F238E27FC236}">
                      <a16:creationId xmlns:a16="http://schemas.microsoft.com/office/drawing/2014/main" id="{F1F3E8F0-0214-44CC-810B-E52A5DEE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5" name="图形 224">
                  <a:extLst>
                    <a:ext uri="{FF2B5EF4-FFF2-40B4-BE49-F238E27FC236}">
                      <a16:creationId xmlns:a16="http://schemas.microsoft.com/office/drawing/2014/main" id="{618D7108-EF69-4CD6-AA25-8D4D58DF15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7" name="图形 226" descr="三叶草">
                  <a:extLst>
                    <a:ext uri="{FF2B5EF4-FFF2-40B4-BE49-F238E27FC236}">
                      <a16:creationId xmlns:a16="http://schemas.microsoft.com/office/drawing/2014/main" id="{203AB74B-B463-4FB6-907D-86AD4B29F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CD856FA-58C2-409E-AC9E-21CB3B047E02}"/>
                  </a:ext>
                </a:extLst>
              </p:cNvPr>
              <p:cNvGrpSpPr/>
              <p:nvPr/>
            </p:nvGrpSpPr>
            <p:grpSpPr>
              <a:xfrm>
                <a:off x="3158166" y="4777955"/>
                <a:ext cx="285089" cy="817927"/>
                <a:chOff x="992031" y="4951613"/>
                <a:chExt cx="348796" cy="1000706"/>
              </a:xfrm>
            </p:grpSpPr>
            <p:pic>
              <p:nvPicPr>
                <p:cNvPr id="218" name="图形 217" descr="鲜花">
                  <a:extLst>
                    <a:ext uri="{FF2B5EF4-FFF2-40B4-BE49-F238E27FC236}">
                      <a16:creationId xmlns:a16="http://schemas.microsoft.com/office/drawing/2014/main" id="{E67DF5B0-FB6E-46CD-96FB-D9C56134E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9" name="图形 218">
                  <a:extLst>
                    <a:ext uri="{FF2B5EF4-FFF2-40B4-BE49-F238E27FC236}">
                      <a16:creationId xmlns:a16="http://schemas.microsoft.com/office/drawing/2014/main" id="{320C7B9B-4388-4273-9AF3-2AC3AA8A1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3" name="图形 222" descr="三叶草">
                  <a:extLst>
                    <a:ext uri="{FF2B5EF4-FFF2-40B4-BE49-F238E27FC236}">
                      <a16:creationId xmlns:a16="http://schemas.microsoft.com/office/drawing/2014/main" id="{1C91FA55-16D7-4A92-9BA0-0CF901A8B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B33B09DF-D136-4F99-A46B-C89E7B32CE0F}"/>
                  </a:ext>
                </a:extLst>
              </p:cNvPr>
              <p:cNvGrpSpPr/>
              <p:nvPr/>
            </p:nvGrpSpPr>
            <p:grpSpPr>
              <a:xfrm>
                <a:off x="3535198" y="4732880"/>
                <a:ext cx="307916" cy="883419"/>
                <a:chOff x="992031" y="4951613"/>
                <a:chExt cx="348796" cy="1000706"/>
              </a:xfrm>
            </p:grpSpPr>
            <p:pic>
              <p:nvPicPr>
                <p:cNvPr id="215" name="图形 214" descr="鲜花">
                  <a:extLst>
                    <a:ext uri="{FF2B5EF4-FFF2-40B4-BE49-F238E27FC236}">
                      <a16:creationId xmlns:a16="http://schemas.microsoft.com/office/drawing/2014/main" id="{54D40126-A4CA-42B4-AA03-E410049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6" name="图形 215">
                  <a:extLst>
                    <a:ext uri="{FF2B5EF4-FFF2-40B4-BE49-F238E27FC236}">
                      <a16:creationId xmlns:a16="http://schemas.microsoft.com/office/drawing/2014/main" id="{E9873317-3F17-4CFD-A99F-0B300B4014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17" name="图形 216" descr="三叶草">
                  <a:extLst>
                    <a:ext uri="{FF2B5EF4-FFF2-40B4-BE49-F238E27FC236}">
                      <a16:creationId xmlns:a16="http://schemas.microsoft.com/office/drawing/2014/main" id="{9382C353-5F5F-421A-85A0-A74831B10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212" name="图形 211" descr="盆花">
                <a:extLst>
                  <a:ext uri="{FF2B5EF4-FFF2-40B4-BE49-F238E27FC236}">
                    <a16:creationId xmlns:a16="http://schemas.microsoft.com/office/drawing/2014/main" id="{B2EE650B-AE1C-445A-8117-9A61BFA73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3087026" y="5415634"/>
                <a:ext cx="969509" cy="114998"/>
              </a:xfrm>
              <a:prstGeom prst="rect">
                <a:avLst/>
              </a:prstGeom>
            </p:spPr>
          </p:pic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58B0F1BE-1E0E-4041-86CB-C9244C6F5EE5}"/>
                  </a:ext>
                </a:extLst>
              </p:cNvPr>
              <p:cNvGrpSpPr/>
              <p:nvPr/>
            </p:nvGrpSpPr>
            <p:grpSpPr>
              <a:xfrm>
                <a:off x="2666010" y="4596240"/>
                <a:ext cx="1794615" cy="1908000"/>
                <a:chOff x="2673608" y="4624392"/>
                <a:chExt cx="1794615" cy="1908000"/>
              </a:xfrm>
            </p:grpSpPr>
            <p:sp>
              <p:nvSpPr>
                <p:cNvPr id="333" name="Rounded Rectangle 6">
                  <a:extLst>
                    <a:ext uri="{FF2B5EF4-FFF2-40B4-BE49-F238E27FC236}">
                      <a16:creationId xmlns:a16="http://schemas.microsoft.com/office/drawing/2014/main" id="{84F2BCED-F271-4BF5-901C-9207FE6C316B}"/>
                    </a:ext>
                  </a:extLst>
                </p:cNvPr>
                <p:cNvSpPr/>
                <p:nvPr/>
              </p:nvSpPr>
              <p:spPr>
                <a:xfrm>
                  <a:off x="2746512" y="4624392"/>
                  <a:ext cx="1604833" cy="1908000"/>
                </a:xfrm>
                <a:prstGeom prst="roundRect">
                  <a:avLst/>
                </a:prstGeom>
                <a:solidFill>
                  <a:srgbClr val="1E908C">
                    <a:alpha val="5098"/>
                  </a:srgbClr>
                </a:solidFill>
                <a:ln w="9525">
                  <a:solidFill>
                    <a:srgbClr val="1E908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10652DAB-9167-4DD8-A6FC-F424223A50C8}"/>
                    </a:ext>
                  </a:extLst>
                </p:cNvPr>
                <p:cNvSpPr txBox="1"/>
                <p:nvPr/>
              </p:nvSpPr>
              <p:spPr>
                <a:xfrm>
                  <a:off x="2673608" y="5491245"/>
                  <a:ext cx="1794615" cy="726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</p:txBody>
            </p:sp>
          </p:grp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F83F0D4-851C-459C-A101-C2799A9CACAA}"/>
                </a:ext>
              </a:extLst>
            </p:cNvPr>
            <p:cNvGrpSpPr/>
            <p:nvPr/>
          </p:nvGrpSpPr>
          <p:grpSpPr>
            <a:xfrm>
              <a:off x="1808091" y="-2586"/>
              <a:ext cx="1794615" cy="1908000"/>
              <a:chOff x="1869455" y="-4325"/>
              <a:chExt cx="1794615" cy="1908000"/>
            </a:xfrm>
          </p:grpSpPr>
          <p:sp>
            <p:nvSpPr>
              <p:cNvPr id="114" name="Rounded Rectangle 6">
                <a:extLst>
                  <a:ext uri="{FF2B5EF4-FFF2-40B4-BE49-F238E27FC236}">
                    <a16:creationId xmlns:a16="http://schemas.microsoft.com/office/drawing/2014/main" id="{CBF1B6D7-DC1A-4810-8BE8-E463085DF842}"/>
                  </a:ext>
                </a:extLst>
              </p:cNvPr>
              <p:cNvSpPr/>
              <p:nvPr/>
            </p:nvSpPr>
            <p:spPr>
              <a:xfrm>
                <a:off x="1914865" y="-4325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B41DE2D7-23E7-4D48-B962-4AFB436BE6A8}"/>
                  </a:ext>
                </a:extLst>
              </p:cNvPr>
              <p:cNvSpPr txBox="1"/>
              <p:nvPr/>
            </p:nvSpPr>
            <p:spPr>
              <a:xfrm>
                <a:off x="1869455" y="84319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B6E008F0-677A-462E-966F-0B3020C73C5D}"/>
                  </a:ext>
                </a:extLst>
              </p:cNvPr>
              <p:cNvGrpSpPr/>
              <p:nvPr/>
            </p:nvGrpSpPr>
            <p:grpSpPr>
              <a:xfrm rot="5400000">
                <a:off x="2434220" y="-89052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EEEA72B3-E777-4D13-AB95-547AD6B15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325FE04F-5D65-4C40-81B8-16E1538FC7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>
                  <a:extLst>
                    <a:ext uri="{FF2B5EF4-FFF2-40B4-BE49-F238E27FC236}">
                      <a16:creationId xmlns:a16="http://schemas.microsoft.com/office/drawing/2014/main" id="{93B326DC-18E8-4C5D-B984-B0126EB91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3F6C04E1-CEE8-4A19-9CA5-914957A339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935E0DA0-DEEC-4F92-B4E0-A2DC2B7D1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767F570B-059D-4A76-933B-334718D3C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41837C97-419C-4219-8342-E082BDC31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C58F51C6-FDB1-491A-9C26-51FB0F74D2D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911591" y="370576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1" name="图形 110" descr="无茎花朵">
                <a:extLst>
                  <a:ext uri="{FF2B5EF4-FFF2-40B4-BE49-F238E27FC236}">
                    <a16:creationId xmlns:a16="http://schemas.microsoft.com/office/drawing/2014/main" id="{7FA67309-19DB-4643-A93C-0CACC5590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2933872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12" name="图形 111" descr="无茎花朵">
                <a:extLst>
                  <a:ext uri="{FF2B5EF4-FFF2-40B4-BE49-F238E27FC236}">
                    <a16:creationId xmlns:a16="http://schemas.microsoft.com/office/drawing/2014/main" id="{D78100D9-76A3-4CD2-B9E9-3F2051884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2524889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340" name="图形 339">
                <a:extLst>
                  <a:ext uri="{FF2B5EF4-FFF2-40B4-BE49-F238E27FC236}">
                    <a16:creationId xmlns:a16="http://schemas.microsoft.com/office/drawing/2014/main" id="{9579CC2B-2677-4F8A-B668-5D441235FD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211259" y="625202"/>
                <a:ext cx="249879" cy="251165"/>
              </a:xfrm>
              <a:prstGeom prst="rect">
                <a:avLst/>
              </a:prstGeom>
            </p:spPr>
          </p:pic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43BEA849-9D31-4D3E-8ACE-A819D28ABEF8}"/>
                </a:ext>
              </a:extLst>
            </p:cNvPr>
            <p:cNvGrpSpPr/>
            <p:nvPr/>
          </p:nvGrpSpPr>
          <p:grpSpPr>
            <a:xfrm>
              <a:off x="4303651" y="2865350"/>
              <a:ext cx="1764000" cy="1955510"/>
              <a:chOff x="4023707" y="2899239"/>
              <a:chExt cx="1764000" cy="1955510"/>
            </a:xfrm>
          </p:grpSpPr>
          <p:sp>
            <p:nvSpPr>
              <p:cNvPr id="320" name="Rounded Rectangle 6">
                <a:extLst>
                  <a:ext uri="{FF2B5EF4-FFF2-40B4-BE49-F238E27FC236}">
                    <a16:creationId xmlns:a16="http://schemas.microsoft.com/office/drawing/2014/main" id="{9008B025-7196-457D-80FA-D26D7FBF6DE2}"/>
                  </a:ext>
                </a:extLst>
              </p:cNvPr>
              <p:cNvSpPr/>
              <p:nvPr/>
            </p:nvSpPr>
            <p:spPr>
              <a:xfrm>
                <a:off x="4104144" y="2946749"/>
                <a:ext cx="1604833" cy="1908000"/>
              </a:xfrm>
              <a:prstGeom prst="roundRect">
                <a:avLst/>
              </a:prstGeom>
              <a:solidFill>
                <a:srgbClr val="DD8452">
                  <a:alpha val="5098"/>
                </a:srgbClr>
              </a:solidFill>
              <a:ln w="9525">
                <a:solidFill>
                  <a:srgbClr val="DD84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3313072C-05A3-4326-9CF0-CC8D67FED459}"/>
                  </a:ext>
                </a:extLst>
              </p:cNvPr>
              <p:cNvGrpSpPr/>
              <p:nvPr/>
            </p:nvGrpSpPr>
            <p:grpSpPr>
              <a:xfrm>
                <a:off x="4670685" y="3024788"/>
                <a:ext cx="469327" cy="433291"/>
                <a:chOff x="6337606" y="3882161"/>
                <a:chExt cx="432000" cy="398830"/>
              </a:xfrm>
            </p:grpSpPr>
            <p:cxnSp>
              <p:nvCxnSpPr>
                <p:cNvPr id="178" name="直接箭头连接符 177">
                  <a:extLst>
                    <a:ext uri="{FF2B5EF4-FFF2-40B4-BE49-F238E27FC236}">
                      <a16:creationId xmlns:a16="http://schemas.microsoft.com/office/drawing/2014/main" id="{93C9FDA0-BD98-4B5C-A053-49D15C4947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21918" y="3893811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连接符 174">
                  <a:extLst>
                    <a:ext uri="{FF2B5EF4-FFF2-40B4-BE49-F238E27FC236}">
                      <a16:creationId xmlns:a16="http://schemas.microsoft.com/office/drawing/2014/main" id="{7BA20E06-4E16-484D-8796-D656F3F83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37606" y="3882161"/>
                  <a:ext cx="432000" cy="1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>
                  <a:extLst>
                    <a:ext uri="{FF2B5EF4-FFF2-40B4-BE49-F238E27FC236}">
                      <a16:creationId xmlns:a16="http://schemas.microsoft.com/office/drawing/2014/main" id="{FA253F19-8A4F-4566-A6AD-1D807B762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0504" y="4280991"/>
                  <a:ext cx="108000" cy="0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65F2099-DFB4-4A4A-903A-04B77133935D}"/>
                  </a:ext>
                </a:extLst>
              </p:cNvPr>
              <p:cNvSpPr txBox="1"/>
              <p:nvPr/>
            </p:nvSpPr>
            <p:spPr>
              <a:xfrm>
                <a:off x="4023707" y="3771378"/>
                <a:ext cx="1764000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Relative fitness  difference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RFD</a:t>
                </a:r>
                <a:r>
                  <a:rPr lang="en-US" altLang="zh-CN" baseline="-25000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pic>
            <p:nvPicPr>
              <p:cNvPr id="341" name="图形 340">
                <a:extLst>
                  <a:ext uri="{FF2B5EF4-FFF2-40B4-BE49-F238E27FC236}">
                    <a16:creationId xmlns:a16="http://schemas.microsoft.com/office/drawing/2014/main" id="{A7DF45B6-2911-4EC1-B6FB-443742E987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4354550" y="2899239"/>
                <a:ext cx="967331" cy="934742"/>
              </a:xfrm>
              <a:prstGeom prst="rect">
                <a:avLst/>
              </a:prstGeom>
            </p:spPr>
          </p:pic>
        </p:grp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123293A8-4352-4847-9C6A-14C3EC56C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3415" y="1944577"/>
              <a:ext cx="1985072" cy="902481"/>
            </a:xfrm>
            <a:prstGeom prst="straightConnector1">
              <a:avLst/>
            </a:prstGeom>
            <a:ln w="190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3692AFD4-1F12-453F-9C6E-E268B412D200}"/>
                </a:ext>
              </a:extLst>
            </p:cNvPr>
            <p:cNvCxnSpPr>
              <a:cxnSpLocks/>
            </p:cNvCxnSpPr>
            <p:nvPr/>
          </p:nvCxnSpPr>
          <p:spPr>
            <a:xfrm>
              <a:off x="2705399" y="1938774"/>
              <a:ext cx="0" cy="972000"/>
            </a:xfrm>
            <a:prstGeom prst="straightConnector1">
              <a:avLst/>
            </a:prstGeom>
            <a:ln w="190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ABD0B9D9-85C2-49AB-A261-213DA7606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8679" y="1950721"/>
              <a:ext cx="7192" cy="936000"/>
            </a:xfrm>
            <a:prstGeom prst="straightConnector1">
              <a:avLst/>
            </a:prstGeom>
            <a:ln w="190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5A040969-CEF0-41FA-833D-153AE79366B9}"/>
                </a:ext>
              </a:extLst>
            </p:cNvPr>
            <p:cNvSpPr txBox="1"/>
            <p:nvPr/>
          </p:nvSpPr>
          <p:spPr>
            <a:xfrm>
              <a:off x="2677128" y="2254245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0EC06A4D-8758-4BAB-BCE9-53BE8749A8BC}"/>
                </a:ext>
              </a:extLst>
            </p:cNvPr>
            <p:cNvSpPr txBox="1"/>
            <p:nvPr/>
          </p:nvSpPr>
          <p:spPr>
            <a:xfrm flipH="1">
              <a:off x="3809554" y="2341115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95F8FF3E-EE01-4356-8494-4D5DBEE32A15}"/>
                </a:ext>
              </a:extLst>
            </p:cNvPr>
            <p:cNvSpPr txBox="1"/>
            <p:nvPr/>
          </p:nvSpPr>
          <p:spPr>
            <a:xfrm>
              <a:off x="5146900" y="2206158"/>
              <a:ext cx="902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-0.07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B14ED4AD-6EA5-4930-A1BC-F47EF371771F}"/>
                </a:ext>
              </a:extLst>
            </p:cNvPr>
            <p:cNvCxnSpPr>
              <a:cxnSpLocks/>
            </p:cNvCxnSpPr>
            <p:nvPr/>
          </p:nvCxnSpPr>
          <p:spPr>
            <a:xfrm>
              <a:off x="2830181" y="4851950"/>
              <a:ext cx="1096755" cy="985855"/>
            </a:xfrm>
            <a:prstGeom prst="straightConnector1">
              <a:avLst/>
            </a:prstGeom>
            <a:ln w="3810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C76D10D8-5972-4CA1-AA05-B1EEF0F6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490" y="4912968"/>
              <a:ext cx="1216907" cy="912864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文本框 435">
              <a:extLst>
                <a:ext uri="{FF2B5EF4-FFF2-40B4-BE49-F238E27FC236}">
                  <a16:creationId xmlns:a16="http://schemas.microsoft.com/office/drawing/2014/main" id="{834B9507-F753-4CE3-AF63-FC3C3C0A19C8}"/>
                </a:ext>
              </a:extLst>
            </p:cNvPr>
            <p:cNvSpPr txBox="1"/>
            <p:nvPr/>
          </p:nvSpPr>
          <p:spPr>
            <a:xfrm>
              <a:off x="2701961" y="5223282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0.14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B5941B78-C628-4313-B3DF-97D9967BD100}"/>
                </a:ext>
              </a:extLst>
            </p:cNvPr>
            <p:cNvSpPr txBox="1"/>
            <p:nvPr/>
          </p:nvSpPr>
          <p:spPr>
            <a:xfrm>
              <a:off x="4626657" y="5224269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A737D4-11DB-4665-A6D5-D3DC89189FB4}"/>
                </a:ext>
              </a:extLst>
            </p:cNvPr>
            <p:cNvGrpSpPr/>
            <p:nvPr/>
          </p:nvGrpSpPr>
          <p:grpSpPr>
            <a:xfrm rot="5400000">
              <a:off x="2670301" y="3098928"/>
              <a:ext cx="5951782" cy="1670980"/>
              <a:chOff x="503426" y="3016562"/>
              <a:chExt cx="8402400" cy="3490991"/>
            </a:xfrm>
          </p:grpSpPr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C256E9FC-3F99-4FBB-8DD9-B521C3FB0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70002"/>
                <a:ext cx="8402400" cy="3619"/>
              </a:xfrm>
              <a:prstGeom prst="line">
                <a:avLst/>
              </a:prstGeom>
              <a:ln w="5715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箭头连接符 438">
                <a:extLst>
                  <a:ext uri="{FF2B5EF4-FFF2-40B4-BE49-F238E27FC236}">
                    <a16:creationId xmlns:a16="http://schemas.microsoft.com/office/drawing/2014/main" id="{FEF63E63-F68A-4DB5-8151-4BB8BCE68F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26826" y="4762058"/>
                <a:ext cx="3490991" cy="0"/>
              </a:xfrm>
              <a:prstGeom prst="straightConnector1">
                <a:avLst/>
              </a:prstGeom>
              <a:ln w="5715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A974B68B-B541-4113-9300-D55395BFF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1"/>
                <a:ext cx="0" cy="977740"/>
              </a:xfrm>
              <a:prstGeom prst="line">
                <a:avLst/>
              </a:prstGeom>
              <a:ln w="5715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1" name="文本框 440">
              <a:extLst>
                <a:ext uri="{FF2B5EF4-FFF2-40B4-BE49-F238E27FC236}">
                  <a16:creationId xmlns:a16="http://schemas.microsoft.com/office/drawing/2014/main" id="{099E2915-B2DE-4A36-9C97-904079431F78}"/>
                </a:ext>
              </a:extLst>
            </p:cNvPr>
            <p:cNvSpPr txBox="1"/>
            <p:nvPr/>
          </p:nvSpPr>
          <p:spPr>
            <a:xfrm>
              <a:off x="5220218" y="6566459"/>
              <a:ext cx="92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-0.23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4FC277E5-8D7E-46DA-9B91-A6559EF5B438}"/>
                </a:ext>
              </a:extLst>
            </p:cNvPr>
            <p:cNvGrpSpPr/>
            <p:nvPr/>
          </p:nvGrpSpPr>
          <p:grpSpPr>
            <a:xfrm rot="16200000" flipH="1">
              <a:off x="-794305" y="3095901"/>
              <a:ext cx="5951782" cy="1728000"/>
              <a:chOff x="503427" y="3016558"/>
              <a:chExt cx="8402400" cy="4189191"/>
            </a:xfrm>
          </p:grpSpPr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40506D2A-5EB6-4186-AC7B-5860509051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7620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>
                <a:extLst>
                  <a:ext uri="{FF2B5EF4-FFF2-40B4-BE49-F238E27FC236}">
                    <a16:creationId xmlns:a16="http://schemas.microsoft.com/office/drawing/2014/main" id="{51B80A03-91AF-4C55-B2E6-B73A550F6B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7620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FD8C2C8-1AFC-400D-B498-D83BDA4C0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7620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2C771B5D-6354-4C47-A4C0-DEAAAAB78FFC}"/>
                </a:ext>
              </a:extLst>
            </p:cNvPr>
            <p:cNvSpPr txBox="1"/>
            <p:nvPr/>
          </p:nvSpPr>
          <p:spPr>
            <a:xfrm>
              <a:off x="1614389" y="6587124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-0.35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/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0.27</a:t>
                  </a:r>
                  <a:endParaRPr lang="zh-CN" altLang="en-US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r="-4762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/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0.42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blipFill>
                  <a:blip r:embed="rId20"/>
                  <a:stretch>
                    <a:fillRect t="-8197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/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0.16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blipFill>
                  <a:blip r:embed="rId21"/>
                  <a:stretch>
                    <a:fillRect t="-10000" r="-423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2239167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0.729,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0.694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3BE02F2-A61F-41DE-9D50-781B30892C48}"/>
              </a:ext>
            </a:extLst>
          </p:cNvPr>
          <p:cNvGrpSpPr/>
          <p:nvPr/>
        </p:nvGrpSpPr>
        <p:grpSpPr>
          <a:xfrm>
            <a:off x="6893243" y="-16519"/>
            <a:ext cx="5116479" cy="8241092"/>
            <a:chOff x="6827141" y="-16519"/>
            <a:chExt cx="5116479" cy="824109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6D9D191-1CD3-41DC-8116-75E815D49DA0}"/>
                </a:ext>
              </a:extLst>
            </p:cNvPr>
            <p:cNvGrpSpPr/>
            <p:nvPr/>
          </p:nvGrpSpPr>
          <p:grpSpPr>
            <a:xfrm>
              <a:off x="6827141" y="-16519"/>
              <a:ext cx="5116479" cy="7826092"/>
              <a:chOff x="6727988" y="-16519"/>
              <a:chExt cx="5116479" cy="7826092"/>
            </a:xfrm>
          </p:grpSpPr>
          <p:grpSp>
            <p:nvGrpSpPr>
              <p:cNvPr id="605" name="组合 604">
                <a:extLst>
                  <a:ext uri="{FF2B5EF4-FFF2-40B4-BE49-F238E27FC236}">
                    <a16:creationId xmlns:a16="http://schemas.microsoft.com/office/drawing/2014/main" id="{91713F79-B29F-4BFB-8ADE-B0C484331690}"/>
                  </a:ext>
                </a:extLst>
              </p:cNvPr>
              <p:cNvGrpSpPr/>
              <p:nvPr/>
            </p:nvGrpSpPr>
            <p:grpSpPr>
              <a:xfrm>
                <a:off x="10067998" y="64383"/>
                <a:ext cx="461626" cy="776458"/>
                <a:chOff x="8979591" y="1771756"/>
                <a:chExt cx="990281" cy="1665661"/>
              </a:xfrm>
            </p:grpSpPr>
            <p:pic>
              <p:nvPicPr>
                <p:cNvPr id="606" name="图形 605">
                  <a:extLst>
                    <a:ext uri="{FF2B5EF4-FFF2-40B4-BE49-F238E27FC236}">
                      <a16:creationId xmlns:a16="http://schemas.microsoft.com/office/drawing/2014/main" id="{8ACC089C-975E-41D6-91C0-0B4483E26B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rcRect t="24318"/>
                <a:stretch/>
              </p:blipFill>
              <p:spPr>
                <a:xfrm>
                  <a:off x="8979591" y="2289874"/>
                  <a:ext cx="990281" cy="1147543"/>
                </a:xfrm>
                <a:prstGeom prst="rect">
                  <a:avLst/>
                </a:prstGeom>
              </p:spPr>
            </p:pic>
            <p:pic>
              <p:nvPicPr>
                <p:cNvPr id="607" name="图形 606">
                  <a:extLst>
                    <a:ext uri="{FF2B5EF4-FFF2-40B4-BE49-F238E27FC236}">
                      <a16:creationId xmlns:a16="http://schemas.microsoft.com/office/drawing/2014/main" id="{7BD7C519-8093-41D6-B585-6E934BBC76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68218" y="1771756"/>
                  <a:ext cx="762358" cy="766279"/>
                </a:xfrm>
                <a:prstGeom prst="rect">
                  <a:avLst/>
                </a:prstGeom>
              </p:spPr>
            </p:pic>
          </p:grpSp>
          <p:sp>
            <p:nvSpPr>
              <p:cNvPr id="519" name="Rounded Rectangle 6">
                <a:extLst>
                  <a:ext uri="{FF2B5EF4-FFF2-40B4-BE49-F238E27FC236}">
                    <a16:creationId xmlns:a16="http://schemas.microsoft.com/office/drawing/2014/main" id="{A803B9DD-7230-4E2D-A896-392231726CBE}"/>
                  </a:ext>
                </a:extLst>
              </p:cNvPr>
              <p:cNvSpPr/>
              <p:nvPr/>
            </p:nvSpPr>
            <p:spPr>
              <a:xfrm>
                <a:off x="7259282" y="-16519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0" name="Rounded Rectangle 6">
                <a:extLst>
                  <a:ext uri="{FF2B5EF4-FFF2-40B4-BE49-F238E27FC236}">
                    <a16:creationId xmlns:a16="http://schemas.microsoft.com/office/drawing/2014/main" id="{C5A589D9-B7A4-4F9D-9B5A-757669BD376A}"/>
                  </a:ext>
                </a:extLst>
              </p:cNvPr>
              <p:cNvSpPr/>
              <p:nvPr/>
            </p:nvSpPr>
            <p:spPr>
              <a:xfrm>
                <a:off x="7237873" y="2919151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1" name="直接箭头连接符 520">
                <a:extLst>
                  <a:ext uri="{FF2B5EF4-FFF2-40B4-BE49-F238E27FC236}">
                    <a16:creationId xmlns:a16="http://schemas.microsoft.com/office/drawing/2014/main" id="{F46359C9-DFD7-44B5-88F1-34F27DEB3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04408" y="1018738"/>
                <a:ext cx="792000" cy="2296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BB344C9F-29BC-4BF9-9C23-D47E30C4D6F6}"/>
                  </a:ext>
                </a:extLst>
              </p:cNvPr>
              <p:cNvSpPr txBox="1"/>
              <p:nvPr/>
            </p:nvSpPr>
            <p:spPr>
              <a:xfrm>
                <a:off x="8950584" y="602610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03151411-4A16-4CAD-81DA-82D435D1E8E7}"/>
                  </a:ext>
                </a:extLst>
              </p:cNvPr>
              <p:cNvSpPr txBox="1"/>
              <p:nvPr/>
            </p:nvSpPr>
            <p:spPr>
              <a:xfrm>
                <a:off x="7213868" y="841418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5EE9A01A-F402-4296-9558-BD2DCC891FD8}"/>
                  </a:ext>
                </a:extLst>
              </p:cNvPr>
              <p:cNvGrpSpPr/>
              <p:nvPr/>
            </p:nvGrpSpPr>
            <p:grpSpPr>
              <a:xfrm rot="5400000">
                <a:off x="7778637" y="-101246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525" name="直接连接符 524">
                  <a:extLst>
                    <a:ext uri="{FF2B5EF4-FFF2-40B4-BE49-F238E27FC236}">
                      <a16:creationId xmlns:a16="http://schemas.microsoft.com/office/drawing/2014/main" id="{4D6967B5-6F31-4CCB-9650-6B64CC9AF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直接连接符 525">
                  <a:extLst>
                    <a:ext uri="{FF2B5EF4-FFF2-40B4-BE49-F238E27FC236}">
                      <a16:creationId xmlns:a16="http://schemas.microsoft.com/office/drawing/2014/main" id="{9CB9C000-690D-4292-B6F5-67437BC38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接连接符 526">
                  <a:extLst>
                    <a:ext uri="{FF2B5EF4-FFF2-40B4-BE49-F238E27FC236}">
                      <a16:creationId xmlns:a16="http://schemas.microsoft.com/office/drawing/2014/main" id="{666E265B-0ED0-4F7C-A7FF-0DFEC93F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接连接符 527">
                  <a:extLst>
                    <a:ext uri="{FF2B5EF4-FFF2-40B4-BE49-F238E27FC236}">
                      <a16:creationId xmlns:a16="http://schemas.microsoft.com/office/drawing/2014/main" id="{ACC86DCB-069E-4A82-9AFF-DF8CC8CC0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接连接符 528">
                  <a:extLst>
                    <a:ext uri="{FF2B5EF4-FFF2-40B4-BE49-F238E27FC236}">
                      <a16:creationId xmlns:a16="http://schemas.microsoft.com/office/drawing/2014/main" id="{AB02D7AF-270B-4D4D-9C10-96263B3F5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接连接符 529">
                  <a:extLst>
                    <a:ext uri="{FF2B5EF4-FFF2-40B4-BE49-F238E27FC236}">
                      <a16:creationId xmlns:a16="http://schemas.microsoft.com/office/drawing/2014/main" id="{44D9F018-07EE-4CB0-A78C-17FC9469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连接符 530">
                  <a:extLst>
                    <a:ext uri="{FF2B5EF4-FFF2-40B4-BE49-F238E27FC236}">
                      <a16:creationId xmlns:a16="http://schemas.microsoft.com/office/drawing/2014/main" id="{57B100A9-9784-4121-AC96-36B98C5CD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AE25395D-AE01-4BD4-92B8-13C4E8B2C3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256008" y="358382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33" name="图形 532" descr="无茎花朵">
                <a:extLst>
                  <a:ext uri="{FF2B5EF4-FFF2-40B4-BE49-F238E27FC236}">
                    <a16:creationId xmlns:a16="http://schemas.microsoft.com/office/drawing/2014/main" id="{B9A0954D-DFF2-45E7-8F70-D62767C3C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8278289" y="560414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534" name="图形 533" descr="无茎花朵">
                <a:extLst>
                  <a:ext uri="{FF2B5EF4-FFF2-40B4-BE49-F238E27FC236}">
                    <a16:creationId xmlns:a16="http://schemas.microsoft.com/office/drawing/2014/main" id="{8EAC2C97-70E0-4162-82B4-B49107BB1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7869306" y="560414"/>
                <a:ext cx="360000" cy="360000"/>
              </a:xfrm>
              <a:prstGeom prst="rect">
                <a:avLst/>
              </a:prstGeom>
            </p:spPr>
          </p:pic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EE1EC84E-37B0-4D7F-B748-B671F34945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297665" y="3572937"/>
                <a:ext cx="0" cy="792000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A851BE0-ED4A-408E-BFCC-ACF2FE20BA86}"/>
                  </a:ext>
                </a:extLst>
              </p:cNvPr>
              <p:cNvSpPr txBox="1"/>
              <p:nvPr/>
            </p:nvSpPr>
            <p:spPr>
              <a:xfrm>
                <a:off x="8982785" y="3530376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0.30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3" name="Rounded Rectangle 6">
                <a:extLst>
                  <a:ext uri="{FF2B5EF4-FFF2-40B4-BE49-F238E27FC236}">
                    <a16:creationId xmlns:a16="http://schemas.microsoft.com/office/drawing/2014/main" id="{FACD4304-7775-4880-8C06-FF71B4F661FC}"/>
                  </a:ext>
                </a:extLst>
              </p:cNvPr>
              <p:cNvSpPr/>
              <p:nvPr/>
            </p:nvSpPr>
            <p:spPr>
              <a:xfrm>
                <a:off x="9698951" y="-2586"/>
                <a:ext cx="1604833" cy="1908000"/>
              </a:xfrm>
              <a:prstGeom prst="roundRect">
                <a:avLst/>
              </a:prstGeom>
              <a:solidFill>
                <a:srgbClr val="CCB974">
                  <a:alpha val="5098"/>
                </a:srgbClr>
              </a:solidFill>
              <a:ln w="9525">
                <a:solidFill>
                  <a:srgbClr val="CCB9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9E2405AD-28C0-405B-AD9A-A31AA884D530}"/>
                  </a:ext>
                </a:extLst>
              </p:cNvPr>
              <p:cNvSpPr txBox="1"/>
              <p:nvPr/>
            </p:nvSpPr>
            <p:spPr>
              <a:xfrm>
                <a:off x="9656927" y="84473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B922255A-538D-45FD-A665-CB1CE1BE4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4169" y="463117"/>
                <a:ext cx="396000" cy="0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连接符 545">
                <a:extLst>
                  <a:ext uri="{FF2B5EF4-FFF2-40B4-BE49-F238E27FC236}">
                    <a16:creationId xmlns:a16="http://schemas.microsoft.com/office/drawing/2014/main" id="{C672824D-855D-424C-BF0A-02EAD366C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0570" y="37499"/>
                <a:ext cx="540000" cy="885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接箭头连接符 546">
                <a:extLst>
                  <a:ext uri="{FF2B5EF4-FFF2-40B4-BE49-F238E27FC236}">
                    <a16:creationId xmlns:a16="http://schemas.microsoft.com/office/drawing/2014/main" id="{DB72633C-2595-4F67-A249-68D253E99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52531" y="74861"/>
                <a:ext cx="0" cy="360000"/>
              </a:xfrm>
              <a:prstGeom prst="straightConnector1">
                <a:avLst/>
              </a:prstGeom>
              <a:ln w="19050">
                <a:solidFill>
                  <a:srgbClr val="BFA75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0" name="组合 549">
                <a:extLst>
                  <a:ext uri="{FF2B5EF4-FFF2-40B4-BE49-F238E27FC236}">
                    <a16:creationId xmlns:a16="http://schemas.microsoft.com/office/drawing/2014/main" id="{75D7ACD6-CB5C-418C-9828-7A11B8076CD2}"/>
                  </a:ext>
                </a:extLst>
              </p:cNvPr>
              <p:cNvGrpSpPr/>
              <p:nvPr/>
            </p:nvGrpSpPr>
            <p:grpSpPr>
              <a:xfrm rot="20484830">
                <a:off x="10333054" y="434008"/>
                <a:ext cx="366676" cy="492375"/>
                <a:chOff x="1186757" y="4070120"/>
                <a:chExt cx="463903" cy="622933"/>
              </a:xfrm>
            </p:grpSpPr>
            <p:pic>
              <p:nvPicPr>
                <p:cNvPr id="551" name="图形 550" descr="三叶草">
                  <a:extLst>
                    <a:ext uri="{FF2B5EF4-FFF2-40B4-BE49-F238E27FC236}">
                      <a16:creationId xmlns:a16="http://schemas.microsoft.com/office/drawing/2014/main" id="{D12EA2A1-6CB7-47CB-BDED-BBBE7BCD43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552" name="图形 551" descr="无茎花朵">
                  <a:extLst>
                    <a:ext uri="{FF2B5EF4-FFF2-40B4-BE49-F238E27FC236}">
                      <a16:creationId xmlns:a16="http://schemas.microsoft.com/office/drawing/2014/main" id="{B9C79424-C987-478D-9747-907F8B9F23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3171" y="4070120"/>
                  <a:ext cx="377489" cy="377489"/>
                </a:xfrm>
                <a:prstGeom prst="rect">
                  <a:avLst/>
                </a:prstGeom>
              </p:spPr>
            </p:pic>
          </p:grpSp>
          <p:grpSp>
            <p:nvGrpSpPr>
              <p:cNvPr id="553" name="组合 552">
                <a:extLst>
                  <a:ext uri="{FF2B5EF4-FFF2-40B4-BE49-F238E27FC236}">
                    <a16:creationId xmlns:a16="http://schemas.microsoft.com/office/drawing/2014/main" id="{328421C9-010F-47AC-BDA3-91712548EA0F}"/>
                  </a:ext>
                </a:extLst>
              </p:cNvPr>
              <p:cNvGrpSpPr/>
              <p:nvPr/>
            </p:nvGrpSpPr>
            <p:grpSpPr>
              <a:xfrm rot="20699580">
                <a:off x="10541386" y="441300"/>
                <a:ext cx="364798" cy="491899"/>
                <a:chOff x="1186757" y="4070722"/>
                <a:chExt cx="461527" cy="622331"/>
              </a:xfrm>
              <a:solidFill>
                <a:srgbClr val="A8ACB2"/>
              </a:solidFill>
            </p:grpSpPr>
            <p:pic>
              <p:nvPicPr>
                <p:cNvPr id="554" name="图形 553" descr="三叶草">
                  <a:extLst>
                    <a:ext uri="{FF2B5EF4-FFF2-40B4-BE49-F238E27FC236}">
                      <a16:creationId xmlns:a16="http://schemas.microsoft.com/office/drawing/2014/main" id="{8C9AC06E-A117-4E20-A662-487E597A8C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555" name="图形 554" descr="无茎花朵">
                  <a:extLst>
                    <a:ext uri="{FF2B5EF4-FFF2-40B4-BE49-F238E27FC236}">
                      <a16:creationId xmlns:a16="http://schemas.microsoft.com/office/drawing/2014/main" id="{6BB5BDC8-F50B-45F0-B0A7-7B94389211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0795" y="4070722"/>
                  <a:ext cx="377489" cy="377489"/>
                </a:xfrm>
                <a:prstGeom prst="rect">
                  <a:avLst/>
                </a:prstGeom>
              </p:spPr>
            </p:pic>
          </p:grpSp>
          <p:pic>
            <p:nvPicPr>
              <p:cNvPr id="556" name="图形 555" descr="盆花">
                <a:extLst>
                  <a:ext uri="{FF2B5EF4-FFF2-40B4-BE49-F238E27FC236}">
                    <a16:creationId xmlns:a16="http://schemas.microsoft.com/office/drawing/2014/main" id="{FBE4111D-FAC0-4ACF-A8B7-ACD069008D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10038706" y="789170"/>
                <a:ext cx="969509" cy="114998"/>
              </a:xfrm>
              <a:prstGeom prst="rect">
                <a:avLst/>
              </a:prstGeom>
            </p:spPr>
          </p:pic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F5217D0-B0E0-4579-A46D-8214416D0D12}"/>
                  </a:ext>
                </a:extLst>
              </p:cNvPr>
              <p:cNvSpPr txBox="1"/>
              <p:nvPr/>
            </p:nvSpPr>
            <p:spPr>
              <a:xfrm>
                <a:off x="7151229" y="3752112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pic>
            <p:nvPicPr>
              <p:cNvPr id="576" name="图形 575">
                <a:extLst>
                  <a:ext uri="{FF2B5EF4-FFF2-40B4-BE49-F238E27FC236}">
                    <a16:creationId xmlns:a16="http://schemas.microsoft.com/office/drawing/2014/main" id="{28BD1024-A4F5-4972-97F4-9EEFD93DC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555676" y="613008"/>
                <a:ext cx="249879" cy="251165"/>
              </a:xfrm>
              <a:prstGeom prst="rect">
                <a:avLst/>
              </a:prstGeom>
            </p:spPr>
          </p:pic>
          <p:grpSp>
            <p:nvGrpSpPr>
              <p:cNvPr id="577" name="组合 576">
                <a:extLst>
                  <a:ext uri="{FF2B5EF4-FFF2-40B4-BE49-F238E27FC236}">
                    <a16:creationId xmlns:a16="http://schemas.microsoft.com/office/drawing/2014/main" id="{5BA390FD-9554-41CF-BBA1-FA41A41504D5}"/>
                  </a:ext>
                </a:extLst>
              </p:cNvPr>
              <p:cNvGrpSpPr/>
              <p:nvPr/>
            </p:nvGrpSpPr>
            <p:grpSpPr>
              <a:xfrm>
                <a:off x="9692014" y="2871855"/>
                <a:ext cx="1764000" cy="1955510"/>
                <a:chOff x="4023707" y="2921273"/>
                <a:chExt cx="1764000" cy="1955510"/>
              </a:xfrm>
            </p:grpSpPr>
            <p:sp>
              <p:nvSpPr>
                <p:cNvPr id="578" name="Rounded Rectangle 6">
                  <a:extLst>
                    <a:ext uri="{FF2B5EF4-FFF2-40B4-BE49-F238E27FC236}">
                      <a16:creationId xmlns:a16="http://schemas.microsoft.com/office/drawing/2014/main" id="{014EA46C-A120-4EC3-B944-1537D1F2D58D}"/>
                    </a:ext>
                  </a:extLst>
                </p:cNvPr>
                <p:cNvSpPr/>
                <p:nvPr/>
              </p:nvSpPr>
              <p:spPr>
                <a:xfrm>
                  <a:off x="4104144" y="2968783"/>
                  <a:ext cx="1604833" cy="1908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79" name="组合 578">
                  <a:extLst>
                    <a:ext uri="{FF2B5EF4-FFF2-40B4-BE49-F238E27FC236}">
                      <a16:creationId xmlns:a16="http://schemas.microsoft.com/office/drawing/2014/main" id="{753A548A-CAE4-4E7E-BA74-7C3A66A4DDF9}"/>
                    </a:ext>
                  </a:extLst>
                </p:cNvPr>
                <p:cNvGrpSpPr/>
                <p:nvPr/>
              </p:nvGrpSpPr>
              <p:grpSpPr>
                <a:xfrm>
                  <a:off x="4670685" y="3024788"/>
                  <a:ext cx="469327" cy="433291"/>
                  <a:chOff x="6337606" y="3882161"/>
                  <a:chExt cx="432000" cy="398830"/>
                </a:xfrm>
              </p:grpSpPr>
              <p:cxnSp>
                <p:nvCxnSpPr>
                  <p:cNvPr id="582" name="直接箭头连接符 581">
                    <a:extLst>
                      <a:ext uri="{FF2B5EF4-FFF2-40B4-BE49-F238E27FC236}">
                        <a16:creationId xmlns:a16="http://schemas.microsoft.com/office/drawing/2014/main" id="{CE38B3A8-1493-4ECB-BC2C-E8CC342E55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21918" y="3893811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rgbClr val="DD8452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3" name="直接连接符 582">
                    <a:extLst>
                      <a:ext uri="{FF2B5EF4-FFF2-40B4-BE49-F238E27FC236}">
                        <a16:creationId xmlns:a16="http://schemas.microsoft.com/office/drawing/2014/main" id="{07245848-3899-414A-BAFB-C8D321A78F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37606" y="3882161"/>
                    <a:ext cx="432000" cy="1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4" name="直接连接符 583">
                    <a:extLst>
                      <a:ext uri="{FF2B5EF4-FFF2-40B4-BE49-F238E27FC236}">
                        <a16:creationId xmlns:a16="http://schemas.microsoft.com/office/drawing/2014/main" id="{6F356A9A-F270-494F-B278-063E06F78D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0504" y="4280991"/>
                    <a:ext cx="108000" cy="0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0" name="文本框 579">
                  <a:extLst>
                    <a:ext uri="{FF2B5EF4-FFF2-40B4-BE49-F238E27FC236}">
                      <a16:creationId xmlns:a16="http://schemas.microsoft.com/office/drawing/2014/main" id="{0521CF17-0C1B-43F8-A0BA-DA87D63A7E64}"/>
                    </a:ext>
                  </a:extLst>
                </p:cNvPr>
                <p:cNvSpPr txBox="1"/>
                <p:nvPr/>
              </p:nvSpPr>
              <p:spPr>
                <a:xfrm>
                  <a:off x="4023707" y="3793412"/>
                  <a:ext cx="1764000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en-US" altLang="zh-CN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baseline="-25000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pic>
              <p:nvPicPr>
                <p:cNvPr id="581" name="图形 580">
                  <a:extLst>
                    <a:ext uri="{FF2B5EF4-FFF2-40B4-BE49-F238E27FC236}">
                      <a16:creationId xmlns:a16="http://schemas.microsoft.com/office/drawing/2014/main" id="{124CE423-3130-4D43-BF96-CA4477B5B4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14485"/>
                <a:stretch/>
              </p:blipFill>
              <p:spPr>
                <a:xfrm>
                  <a:off x="4354550" y="2921273"/>
                  <a:ext cx="967331" cy="934742"/>
                </a:xfrm>
                <a:prstGeom prst="rect">
                  <a:avLst/>
                </a:prstGeom>
              </p:spPr>
            </p:pic>
          </p:grpSp>
          <p:cxnSp>
            <p:nvCxnSpPr>
              <p:cNvPr id="585" name="直接箭头连接符 584">
                <a:extLst>
                  <a:ext uri="{FF2B5EF4-FFF2-40B4-BE49-F238E27FC236}">
                    <a16:creationId xmlns:a16="http://schemas.microsoft.com/office/drawing/2014/main" id="{104CD764-0413-49BC-975C-964D440858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1778" y="1930644"/>
                <a:ext cx="2009357" cy="965553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直接箭头连接符 585">
                <a:extLst>
                  <a:ext uri="{FF2B5EF4-FFF2-40B4-BE49-F238E27FC236}">
                    <a16:creationId xmlns:a16="http://schemas.microsoft.com/office/drawing/2014/main" id="{74259434-0138-4C1F-90FE-E4A0A902B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00981" y="1945321"/>
                <a:ext cx="7192" cy="936000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804820C0-B95E-4C32-B7EF-56E1F2BB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1368" y="1914123"/>
                <a:ext cx="5155" cy="972000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3302A0DF-9BCE-4312-9DC7-758194A57073}"/>
                  </a:ext>
                </a:extLst>
              </p:cNvPr>
              <p:cNvSpPr txBox="1"/>
              <p:nvPr/>
            </p:nvSpPr>
            <p:spPr>
              <a:xfrm>
                <a:off x="8065491" y="2240312"/>
                <a:ext cx="843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-0.01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9" name="文本框 588">
                <a:extLst>
                  <a:ext uri="{FF2B5EF4-FFF2-40B4-BE49-F238E27FC236}">
                    <a16:creationId xmlns:a16="http://schemas.microsoft.com/office/drawing/2014/main" id="{C6DF3DC8-AFE3-4E2F-94EF-9EEDA32C98BC}"/>
                  </a:ext>
                </a:extLst>
              </p:cNvPr>
              <p:cNvSpPr txBox="1"/>
              <p:nvPr/>
            </p:nvSpPr>
            <p:spPr>
              <a:xfrm flipH="1">
                <a:off x="9255061" y="2337257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0.02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130AC46B-FDB4-4234-B760-97FF1FD2E036}"/>
                  </a:ext>
                </a:extLst>
              </p:cNvPr>
              <p:cNvSpPr txBox="1"/>
              <p:nvPr/>
            </p:nvSpPr>
            <p:spPr>
              <a:xfrm>
                <a:off x="10458145" y="2192225"/>
                <a:ext cx="703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0.05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BEA18792-1FDC-46C6-A96D-33CA31D90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8543" y="4881562"/>
                <a:ext cx="1098000" cy="936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接箭头连接符 591">
                <a:extLst>
                  <a:ext uri="{FF2B5EF4-FFF2-40B4-BE49-F238E27FC236}">
                    <a16:creationId xmlns:a16="http://schemas.microsoft.com/office/drawing/2014/main" id="{19C1AE7E-0802-4AA6-A8F6-263A6A1A9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46853" y="4916453"/>
                <a:ext cx="1216907" cy="900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E4E05405-57CB-4AC3-93CE-8F80F1443B92}"/>
                  </a:ext>
                </a:extLst>
              </p:cNvPr>
              <p:cNvSpPr txBox="1"/>
              <p:nvPr/>
            </p:nvSpPr>
            <p:spPr>
              <a:xfrm>
                <a:off x="8077414" y="5205373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0.13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92691E8A-B9B2-4452-AF95-E5442AED5A03}"/>
                  </a:ext>
                </a:extLst>
              </p:cNvPr>
              <p:cNvSpPr txBox="1"/>
              <p:nvPr/>
            </p:nvSpPr>
            <p:spPr>
              <a:xfrm>
                <a:off x="9988861" y="5221020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5" name="组合 594">
                <a:extLst>
                  <a:ext uri="{FF2B5EF4-FFF2-40B4-BE49-F238E27FC236}">
                    <a16:creationId xmlns:a16="http://schemas.microsoft.com/office/drawing/2014/main" id="{BDA928A7-8978-495B-9178-FB9A3FD268AC}"/>
                  </a:ext>
                </a:extLst>
              </p:cNvPr>
              <p:cNvGrpSpPr/>
              <p:nvPr/>
            </p:nvGrpSpPr>
            <p:grpSpPr>
              <a:xfrm rot="5400000">
                <a:off x="8039899" y="3091808"/>
                <a:ext cx="5951782" cy="1657355"/>
                <a:chOff x="503426" y="3070002"/>
                <a:chExt cx="8402400" cy="3462525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AEF5FBB0-DBC0-4B7E-81B7-0A0302F1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箭头连接符 596">
                  <a:extLst>
                    <a:ext uri="{FF2B5EF4-FFF2-40B4-BE49-F238E27FC236}">
                      <a16:creationId xmlns:a16="http://schemas.microsoft.com/office/drawing/2014/main" id="{F4859C36-A8A3-4400-8718-D458C514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63926" y="4802680"/>
                  <a:ext cx="3459695" cy="0"/>
                </a:xfrm>
                <a:prstGeom prst="straightConnector1">
                  <a:avLst/>
                </a:prstGeom>
                <a:ln w="28575" cap="rnd">
                  <a:solidFill>
                    <a:srgbClr val="C0C0C0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B238F7DA-D3AD-4400-A12D-161336AC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56DF850-EF14-4BA9-B3B0-36D4D5117CE1}"/>
                  </a:ext>
                </a:extLst>
              </p:cNvPr>
              <p:cNvSpPr txBox="1"/>
              <p:nvPr/>
            </p:nvSpPr>
            <p:spPr>
              <a:xfrm>
                <a:off x="10486658" y="6567967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B109711E-6F3B-4A86-920E-3A6E2B40968D}"/>
                  </a:ext>
                </a:extLst>
              </p:cNvPr>
              <p:cNvGrpSpPr/>
              <p:nvPr/>
            </p:nvGrpSpPr>
            <p:grpSpPr>
              <a:xfrm rot="16200000" flipH="1">
                <a:off x="4618275" y="3086358"/>
                <a:ext cx="5919262" cy="1699835"/>
                <a:chOff x="512698" y="3069996"/>
                <a:chExt cx="8356488" cy="4120917"/>
              </a:xfrm>
            </p:grpSpPr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C65985F3-CDE8-42BE-B4E3-7B6C9F17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5641" y="3069996"/>
                  <a:ext cx="8284121" cy="3619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直接箭头连接符 601">
                  <a:extLst>
                    <a:ext uri="{FF2B5EF4-FFF2-40B4-BE49-F238E27FC236}">
                      <a16:creationId xmlns:a16="http://schemas.microsoft.com/office/drawing/2014/main" id="{F99A8E9D-A869-4F94-8C06-19EE7862F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818227" y="5139955"/>
                  <a:ext cx="4101917" cy="0"/>
                </a:xfrm>
                <a:prstGeom prst="straightConnector1">
                  <a:avLst/>
                </a:prstGeom>
                <a:ln w="28575" cap="rnd">
                  <a:solidFill>
                    <a:srgbClr val="C0C0C0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>
                  <a:extLst>
                    <a:ext uri="{FF2B5EF4-FFF2-40B4-BE49-F238E27FC236}">
                      <a16:creationId xmlns:a16="http://schemas.microsoft.com/office/drawing/2014/main" id="{F86E3884-0FD6-4235-B155-D5F0EDFA5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698" y="3070841"/>
                  <a:ext cx="0" cy="1134572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A75ADA31-EFDB-4274-84DC-E4DAC4C54C04}"/>
                  </a:ext>
                </a:extLst>
              </p:cNvPr>
              <p:cNvSpPr txBox="1"/>
              <p:nvPr/>
            </p:nvSpPr>
            <p:spPr>
              <a:xfrm>
                <a:off x="7292163" y="6585385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-0.06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8" name="组合 607">
                <a:extLst>
                  <a:ext uri="{FF2B5EF4-FFF2-40B4-BE49-F238E27FC236}">
                    <a16:creationId xmlns:a16="http://schemas.microsoft.com/office/drawing/2014/main" id="{BFB1D4E5-3970-44C7-8515-995086B7C343}"/>
                  </a:ext>
                </a:extLst>
              </p:cNvPr>
              <p:cNvGrpSpPr/>
              <p:nvPr/>
            </p:nvGrpSpPr>
            <p:grpSpPr>
              <a:xfrm>
                <a:off x="8388803" y="5894607"/>
                <a:ext cx="1794615" cy="1908000"/>
                <a:chOff x="8035390" y="5511805"/>
                <a:chExt cx="1794615" cy="1908000"/>
              </a:xfrm>
            </p:grpSpPr>
            <p:grpSp>
              <p:nvGrpSpPr>
                <p:cNvPr id="609" name="组合 608">
                  <a:extLst>
                    <a:ext uri="{FF2B5EF4-FFF2-40B4-BE49-F238E27FC236}">
                      <a16:creationId xmlns:a16="http://schemas.microsoft.com/office/drawing/2014/main" id="{908A0680-BEFB-45E4-8504-A4A517FD1FD1}"/>
                    </a:ext>
                  </a:extLst>
                </p:cNvPr>
                <p:cNvGrpSpPr/>
                <p:nvPr/>
              </p:nvGrpSpPr>
              <p:grpSpPr>
                <a:xfrm>
                  <a:off x="8435093" y="5549016"/>
                  <a:ext cx="1000615" cy="901964"/>
                  <a:chOff x="8508875" y="5106309"/>
                  <a:chExt cx="819031" cy="738283"/>
                </a:xfrm>
              </p:grpSpPr>
              <p:grpSp>
                <p:nvGrpSpPr>
                  <p:cNvPr id="615" name="组合 614">
                    <a:extLst>
                      <a:ext uri="{FF2B5EF4-FFF2-40B4-BE49-F238E27FC236}">
                        <a16:creationId xmlns:a16="http://schemas.microsoft.com/office/drawing/2014/main" id="{B9E2FCD1-E585-4E67-A500-B9016CFA8DD4}"/>
                      </a:ext>
                    </a:extLst>
                  </p:cNvPr>
                  <p:cNvGrpSpPr/>
                  <p:nvPr/>
                </p:nvGrpSpPr>
                <p:grpSpPr>
                  <a:xfrm>
                    <a:off x="8508875" y="5154601"/>
                    <a:ext cx="324728" cy="689991"/>
                    <a:chOff x="8978908" y="1733519"/>
                    <a:chExt cx="847726" cy="1801272"/>
                  </a:xfrm>
                </p:grpSpPr>
                <p:pic>
                  <p:nvPicPr>
                    <p:cNvPr id="622" name="图形 621">
                      <a:extLst>
                        <a:ext uri="{FF2B5EF4-FFF2-40B4-BE49-F238E27FC236}">
                          <a16:creationId xmlns:a16="http://schemas.microsoft.com/office/drawing/2014/main" id="{97444E76-1A56-4346-8453-1F3D126FD3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23" name="图形 622">
                      <a:extLst>
                        <a:ext uri="{FF2B5EF4-FFF2-40B4-BE49-F238E27FC236}">
                          <a16:creationId xmlns:a16="http://schemas.microsoft.com/office/drawing/2014/main" id="{EA5FF587-F3BB-4435-BC63-059A0894E65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80781" y="1733519"/>
                      <a:ext cx="633857" cy="637121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16" name="组合 615">
                    <a:extLst>
                      <a:ext uri="{FF2B5EF4-FFF2-40B4-BE49-F238E27FC236}">
                        <a16:creationId xmlns:a16="http://schemas.microsoft.com/office/drawing/2014/main" id="{FBB70EFF-5363-415F-9EF9-C4CE0314FF80}"/>
                      </a:ext>
                    </a:extLst>
                  </p:cNvPr>
                  <p:cNvGrpSpPr/>
                  <p:nvPr/>
                </p:nvGrpSpPr>
                <p:grpSpPr>
                  <a:xfrm>
                    <a:off x="8743159" y="5106309"/>
                    <a:ext cx="338846" cy="721511"/>
                    <a:chOff x="8978908" y="1661527"/>
                    <a:chExt cx="879749" cy="1873264"/>
                  </a:xfrm>
                </p:grpSpPr>
                <p:pic>
                  <p:nvPicPr>
                    <p:cNvPr id="620" name="图形 619">
                      <a:extLst>
                        <a:ext uri="{FF2B5EF4-FFF2-40B4-BE49-F238E27FC236}">
                          <a16:creationId xmlns:a16="http://schemas.microsoft.com/office/drawing/2014/main" id="{C6BB8040-2017-4E3D-810A-ADAD6570975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21" name="图形 620">
                      <a:extLst>
                        <a:ext uri="{FF2B5EF4-FFF2-40B4-BE49-F238E27FC236}">
                          <a16:creationId xmlns:a16="http://schemas.microsoft.com/office/drawing/2014/main" id="{11CAF2CF-3AB8-479A-9044-FAEAED9DC26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53176" y="1661527"/>
                      <a:ext cx="705481" cy="709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17" name="组合 616">
                    <a:extLst>
                      <a:ext uri="{FF2B5EF4-FFF2-40B4-BE49-F238E27FC236}">
                        <a16:creationId xmlns:a16="http://schemas.microsoft.com/office/drawing/2014/main" id="{B5F9D7E6-A2C1-46B5-B839-63ECF9E78395}"/>
                      </a:ext>
                    </a:extLst>
                  </p:cNvPr>
                  <p:cNvGrpSpPr/>
                  <p:nvPr/>
                </p:nvGrpSpPr>
                <p:grpSpPr>
                  <a:xfrm>
                    <a:off x="9005008" y="5140181"/>
                    <a:ext cx="322898" cy="674859"/>
                    <a:chOff x="8978908" y="1604357"/>
                    <a:chExt cx="923649" cy="1930434"/>
                  </a:xfrm>
                </p:grpSpPr>
                <p:pic>
                  <p:nvPicPr>
                    <p:cNvPr id="618" name="图形 617">
                      <a:extLst>
                        <a:ext uri="{FF2B5EF4-FFF2-40B4-BE49-F238E27FC236}">
                          <a16:creationId xmlns:a16="http://schemas.microsoft.com/office/drawing/2014/main" id="{CD5924C4-0D4A-42B5-998C-075CA75E43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19" name="图形 618">
                      <a:extLst>
                        <a:ext uri="{FF2B5EF4-FFF2-40B4-BE49-F238E27FC236}">
                          <a16:creationId xmlns:a16="http://schemas.microsoft.com/office/drawing/2014/main" id="{581C30F9-9D59-4221-9E03-3E850FA219F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40200" y="1604357"/>
                      <a:ext cx="762357" cy="766279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610" name="组合 609">
                  <a:extLst>
                    <a:ext uri="{FF2B5EF4-FFF2-40B4-BE49-F238E27FC236}">
                      <a16:creationId xmlns:a16="http://schemas.microsoft.com/office/drawing/2014/main" id="{81EB0120-23AD-479E-93E2-03A048F824AF}"/>
                    </a:ext>
                  </a:extLst>
                </p:cNvPr>
                <p:cNvGrpSpPr/>
                <p:nvPr/>
              </p:nvGrpSpPr>
              <p:grpSpPr>
                <a:xfrm>
                  <a:off x="8035390" y="5511805"/>
                  <a:ext cx="1794615" cy="1908000"/>
                  <a:chOff x="2666010" y="4576632"/>
                  <a:chExt cx="1794615" cy="1908000"/>
                </a:xfrm>
              </p:grpSpPr>
              <p:pic>
                <p:nvPicPr>
                  <p:cNvPr id="611" name="图形 610" descr="盆花">
                    <a:extLst>
                      <a:ext uri="{FF2B5EF4-FFF2-40B4-BE49-F238E27FC236}">
                        <a16:creationId xmlns:a16="http://schemas.microsoft.com/office/drawing/2014/main" id="{DA6777C5-05F0-418B-8D71-A8D290C0E5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rcRect l="25816" t="53728" r="21971" b="37594"/>
                  <a:stretch/>
                </p:blipFill>
                <p:spPr>
                  <a:xfrm>
                    <a:off x="3087026" y="5415634"/>
                    <a:ext cx="969509" cy="114998"/>
                  </a:xfrm>
                  <a:prstGeom prst="rect">
                    <a:avLst/>
                  </a:prstGeom>
                </p:spPr>
              </p:pic>
              <p:grpSp>
                <p:nvGrpSpPr>
                  <p:cNvPr id="612" name="组合 611">
                    <a:extLst>
                      <a:ext uri="{FF2B5EF4-FFF2-40B4-BE49-F238E27FC236}">
                        <a16:creationId xmlns:a16="http://schemas.microsoft.com/office/drawing/2014/main" id="{7F3453EE-F669-418E-ADC0-51E9D332DD1A}"/>
                      </a:ext>
                    </a:extLst>
                  </p:cNvPr>
                  <p:cNvGrpSpPr/>
                  <p:nvPr/>
                </p:nvGrpSpPr>
                <p:grpSpPr>
                  <a:xfrm>
                    <a:off x="2666010" y="4576632"/>
                    <a:ext cx="1794615" cy="1908000"/>
                    <a:chOff x="2673608" y="4604784"/>
                    <a:chExt cx="1794615" cy="1908000"/>
                  </a:xfrm>
                </p:grpSpPr>
                <p:sp>
                  <p:nvSpPr>
                    <p:cNvPr id="613" name="Rounded Rectangle 6">
                      <a:extLst>
                        <a:ext uri="{FF2B5EF4-FFF2-40B4-BE49-F238E27FC236}">
                          <a16:creationId xmlns:a16="http://schemas.microsoft.com/office/drawing/2014/main" id="{92D2D7A0-601E-4B0D-A5FD-94F3FC1445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68498" y="4604784"/>
                      <a:ext cx="1604833" cy="1908000"/>
                    </a:xfrm>
                    <a:prstGeom prst="roundRect">
                      <a:avLst/>
                    </a:prstGeom>
                    <a:solidFill>
                      <a:srgbClr val="1E908C">
                        <a:alpha val="5098"/>
                      </a:srgbClr>
                    </a:solidFill>
                    <a:ln w="9525">
                      <a:solidFill>
                        <a:srgbClr val="1E908C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14" name="文本框 613">
                      <a:extLst>
                        <a:ext uri="{FF2B5EF4-FFF2-40B4-BE49-F238E27FC236}">
                          <a16:creationId xmlns:a16="http://schemas.microsoft.com/office/drawing/2014/main" id="{694FDB83-AD3A-46B9-9DF8-55364CC502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3608" y="5491245"/>
                      <a:ext cx="1794615" cy="7266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</p:grpSp>
            </p:grpSp>
          </p:grpSp>
          <p:pic>
            <p:nvPicPr>
              <p:cNvPr id="624" name="图形 623">
                <a:extLst>
                  <a:ext uri="{FF2B5EF4-FFF2-40B4-BE49-F238E27FC236}">
                    <a16:creationId xmlns:a16="http://schemas.microsoft.com/office/drawing/2014/main" id="{FE472649-ED99-4A9E-94A7-EE319A55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7496969" y="2894544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625" name="直接连接符 624">
                <a:extLst>
                  <a:ext uri="{FF2B5EF4-FFF2-40B4-BE49-F238E27FC236}">
                    <a16:creationId xmlns:a16="http://schemas.microsoft.com/office/drawing/2014/main" id="{F1EA217E-C2B7-4E46-B6F3-7F5368875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70734" y="3060575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接连接符 625">
                <a:extLst>
                  <a:ext uri="{FF2B5EF4-FFF2-40B4-BE49-F238E27FC236}">
                    <a16:creationId xmlns:a16="http://schemas.microsoft.com/office/drawing/2014/main" id="{AAEA1F74-07D3-418A-88D2-3CD162D9C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19985" y="3449579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接箭头连接符 626">
                <a:extLst>
                  <a:ext uri="{FF2B5EF4-FFF2-40B4-BE49-F238E27FC236}">
                    <a16:creationId xmlns:a16="http://schemas.microsoft.com/office/drawing/2014/main" id="{44E1F966-EB19-4AC0-8A22-E1D1F28AC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2722" y="3802727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8" name="图形 627">
                <a:extLst>
                  <a:ext uri="{FF2B5EF4-FFF2-40B4-BE49-F238E27FC236}">
                    <a16:creationId xmlns:a16="http://schemas.microsoft.com/office/drawing/2014/main" id="{8CBA290F-50EB-4F3F-AA98-BA4E332CF7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33728" y="3013223"/>
                <a:ext cx="266485" cy="262870"/>
              </a:xfrm>
              <a:prstGeom prst="rect">
                <a:avLst/>
              </a:prstGeom>
            </p:spPr>
          </p:pic>
          <p:pic>
            <p:nvPicPr>
              <p:cNvPr id="629" name="图形 628" descr="无茎花朵">
                <a:extLst>
                  <a:ext uri="{FF2B5EF4-FFF2-40B4-BE49-F238E27FC236}">
                    <a16:creationId xmlns:a16="http://schemas.microsoft.com/office/drawing/2014/main" id="{42B7A2FA-50A4-4510-80D3-E3FA9366B6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44644" y="3349452"/>
                <a:ext cx="383924" cy="37677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8746718" y="7440241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0.09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6718" y="7440241"/>
                    <a:ext cx="1152000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t="-10000" r="-42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501368" y="4798304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0.11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01368" y="4798304"/>
                    <a:ext cx="115200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t="-8197" r="-264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/>
                  <p:nvPr/>
                </p:nvSpPr>
                <p:spPr>
                  <a:xfrm>
                    <a:off x="7051035" y="4794183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035" y="4794183"/>
                    <a:ext cx="1152000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8197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447FC16B-EED6-4EA2-B036-F338A7E667EC}"/>
                </a:ext>
              </a:extLst>
            </p:cNvPr>
            <p:cNvSpPr txBox="1"/>
            <p:nvPr/>
          </p:nvSpPr>
          <p:spPr>
            <a:xfrm>
              <a:off x="7863760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1.942,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0.379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3344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1500794" y="8692068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0296B75-F5F4-46F3-A9B7-8E74ECC00968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876910" y="-2586"/>
            <a:chExt cx="5164096" cy="8227159"/>
          </a:xfrm>
        </p:grpSpPr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1798491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0.729,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0.694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4D7008-157C-4441-ABDA-E1E4282423B9}"/>
                </a:ext>
              </a:extLst>
            </p:cNvPr>
            <p:cNvGrpSpPr/>
            <p:nvPr/>
          </p:nvGrpSpPr>
          <p:grpSpPr>
            <a:xfrm>
              <a:off x="876910" y="-2586"/>
              <a:ext cx="5164096" cy="7838026"/>
              <a:chOff x="876910" y="-2586"/>
              <a:chExt cx="5164096" cy="7838026"/>
            </a:xfrm>
          </p:grpSpPr>
          <p:sp>
            <p:nvSpPr>
              <p:cNvPr id="304" name="Rounded Rectangle 6">
                <a:extLst>
                  <a:ext uri="{FF2B5EF4-FFF2-40B4-BE49-F238E27FC236}">
                    <a16:creationId xmlns:a16="http://schemas.microsoft.com/office/drawing/2014/main" id="{3EA30BBA-55F2-4AE1-828B-9554A24FACE6}"/>
                  </a:ext>
                </a:extLst>
              </p:cNvPr>
              <p:cNvSpPr/>
              <p:nvPr/>
            </p:nvSpPr>
            <p:spPr>
              <a:xfrm>
                <a:off x="1408834" y="2898248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63F21F27-16AC-4EA2-8F9E-961079B0CE7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470124" y="640212"/>
                <a:ext cx="2489" cy="792000"/>
              </a:xfrm>
              <a:prstGeom prst="straightConnector1">
                <a:avLst/>
              </a:prstGeom>
              <a:ln w="31750">
                <a:solidFill>
                  <a:srgbClr val="5F5F5F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F4E405B7-76DC-4035-9A7C-6C35EA3F5E6D}"/>
                  </a:ext>
                </a:extLst>
              </p:cNvPr>
              <p:cNvSpPr txBox="1"/>
              <p:nvPr/>
            </p:nvSpPr>
            <p:spPr>
              <a:xfrm>
                <a:off x="3121545" y="616543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-0.06</a:t>
                </a:r>
                <a:endParaRPr lang="zh-CN" altLang="en-US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2" name="图形 181">
                <a:extLst>
                  <a:ext uri="{FF2B5EF4-FFF2-40B4-BE49-F238E27FC236}">
                    <a16:creationId xmlns:a16="http://schemas.microsoft.com/office/drawing/2014/main" id="{2AC210C9-E232-4F94-925E-05A0C46826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1666075" y="2887533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188" name="直接连接符 187">
                <a:extLst>
                  <a:ext uri="{FF2B5EF4-FFF2-40B4-BE49-F238E27FC236}">
                    <a16:creationId xmlns:a16="http://schemas.microsoft.com/office/drawing/2014/main" id="{1F3F440A-C5A3-49ED-8C46-7A39E21D0C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39840" y="3053564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27502616-1991-437A-8C57-E32C9D4489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9091" y="3442568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箭头连接符 191">
                <a:extLst>
                  <a:ext uri="{FF2B5EF4-FFF2-40B4-BE49-F238E27FC236}">
                    <a16:creationId xmlns:a16="http://schemas.microsoft.com/office/drawing/2014/main" id="{F6E1E2AC-28BF-47B4-B3A0-3236DA1398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1828" y="3795716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箭头连接符 195">
                <a:extLst>
                  <a:ext uri="{FF2B5EF4-FFF2-40B4-BE49-F238E27FC236}">
                    <a16:creationId xmlns:a16="http://schemas.microsoft.com/office/drawing/2014/main" id="{C2BCCE66-E70E-4003-AB42-B0B4DA2A104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78400" y="3553516"/>
                <a:ext cx="0" cy="792000"/>
              </a:xfrm>
              <a:prstGeom prst="straightConnector1">
                <a:avLst/>
              </a:prstGeom>
              <a:ln w="317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27C8136E-C48B-405C-95DB-87D8683FF1D1}"/>
                  </a:ext>
                </a:extLst>
              </p:cNvPr>
              <p:cNvSpPr txBox="1"/>
              <p:nvPr/>
            </p:nvSpPr>
            <p:spPr>
              <a:xfrm>
                <a:off x="3152317" y="3571436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0.08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2" name="文本框 301">
                <a:extLst>
                  <a:ext uri="{FF2B5EF4-FFF2-40B4-BE49-F238E27FC236}">
                    <a16:creationId xmlns:a16="http://schemas.microsoft.com/office/drawing/2014/main" id="{38A5B480-9CBD-4294-A51A-BC4D755AC88F}"/>
                  </a:ext>
                </a:extLst>
              </p:cNvPr>
              <p:cNvSpPr txBox="1"/>
              <p:nvPr/>
            </p:nvSpPr>
            <p:spPr>
              <a:xfrm>
                <a:off x="1327955" y="3747930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427" name="直接箭头连接符 426">
                <a:extLst>
                  <a:ext uri="{FF2B5EF4-FFF2-40B4-BE49-F238E27FC236}">
                    <a16:creationId xmlns:a16="http://schemas.microsoft.com/office/drawing/2014/main" id="{123293A8-4352-4847-9C6A-14C3EC56CA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9551" y="1945321"/>
                <a:ext cx="1927716" cy="920029"/>
              </a:xfrm>
              <a:prstGeom prst="straightConnector1">
                <a:avLst/>
              </a:prstGeom>
              <a:ln w="31750" cap="rnd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接箭头连接符 428">
                <a:extLst>
                  <a:ext uri="{FF2B5EF4-FFF2-40B4-BE49-F238E27FC236}">
                    <a16:creationId xmlns:a16="http://schemas.microsoft.com/office/drawing/2014/main" id="{3692AFD4-1F12-453F-9C6E-E268B412D2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4723" y="1938774"/>
                <a:ext cx="0" cy="972000"/>
              </a:xfrm>
              <a:prstGeom prst="straightConnector1">
                <a:avLst/>
              </a:prstGeom>
              <a:ln w="31750" cap="rnd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接箭头连接符 429">
                <a:extLst>
                  <a:ext uri="{FF2B5EF4-FFF2-40B4-BE49-F238E27FC236}">
                    <a16:creationId xmlns:a16="http://schemas.microsoft.com/office/drawing/2014/main" id="{ABD0B9D9-85C2-49AB-A261-213DA76063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18003" y="1950721"/>
                <a:ext cx="7192" cy="936000"/>
              </a:xfrm>
              <a:prstGeom prst="straightConnector1">
                <a:avLst/>
              </a:prstGeom>
              <a:ln w="31750" cap="rnd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1" name="文本框 430">
                <a:extLst>
                  <a:ext uri="{FF2B5EF4-FFF2-40B4-BE49-F238E27FC236}">
                    <a16:creationId xmlns:a16="http://schemas.microsoft.com/office/drawing/2014/main" id="{5A040969-CEF0-41FA-833D-153AE79366B9}"/>
                  </a:ext>
                </a:extLst>
              </p:cNvPr>
              <p:cNvSpPr txBox="1"/>
              <p:nvPr/>
            </p:nvSpPr>
            <p:spPr>
              <a:xfrm>
                <a:off x="2236452" y="2254245"/>
                <a:ext cx="843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  <a:endParaRPr lang="zh-CN" altLang="en-US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0EC06A4D-8758-4BAB-BCE9-53BE8749A8BC}"/>
                  </a:ext>
                </a:extLst>
              </p:cNvPr>
              <p:cNvSpPr txBox="1"/>
              <p:nvPr/>
            </p:nvSpPr>
            <p:spPr>
              <a:xfrm>
                <a:off x="3451741" y="2312910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  <a:endParaRPr lang="zh-CN" altLang="en-US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文本框 432">
                <a:extLst>
                  <a:ext uri="{FF2B5EF4-FFF2-40B4-BE49-F238E27FC236}">
                    <a16:creationId xmlns:a16="http://schemas.microsoft.com/office/drawing/2014/main" id="{95F8FF3E-EE01-4356-8494-4D5DBEE32A15}"/>
                  </a:ext>
                </a:extLst>
              </p:cNvPr>
              <p:cNvSpPr txBox="1"/>
              <p:nvPr/>
            </p:nvSpPr>
            <p:spPr>
              <a:xfrm>
                <a:off x="4706224" y="2206158"/>
                <a:ext cx="902359" cy="369332"/>
              </a:xfrm>
              <a:prstGeom prst="rect">
                <a:avLst/>
              </a:prstGeom>
              <a:noFill/>
              <a:ln w="317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-0.07</a:t>
                </a:r>
                <a:endParaRPr lang="zh-CN" altLang="en-US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34" name="直接箭头连接符 433">
                <a:extLst>
                  <a:ext uri="{FF2B5EF4-FFF2-40B4-BE49-F238E27FC236}">
                    <a16:creationId xmlns:a16="http://schemas.microsoft.com/office/drawing/2014/main" id="{B14ED4AD-6EA5-4930-A1BC-F47EF37177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9505" y="4851950"/>
                <a:ext cx="1096755" cy="985855"/>
              </a:xfrm>
              <a:prstGeom prst="straightConnector1">
                <a:avLst/>
              </a:prstGeom>
              <a:ln w="44450" cap="rnd">
                <a:solidFill>
                  <a:srgbClr val="C44E52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直接箭头连接符 434">
                <a:extLst>
                  <a:ext uri="{FF2B5EF4-FFF2-40B4-BE49-F238E27FC236}">
                    <a16:creationId xmlns:a16="http://schemas.microsoft.com/office/drawing/2014/main" id="{C76D10D8-5972-4CA1-AA05-B1EEF0F683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17814" y="4912968"/>
                <a:ext cx="1216907" cy="912864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834B9507-F753-4CE3-AF63-FC3C3C0A19C8}"/>
                  </a:ext>
                </a:extLst>
              </p:cNvPr>
              <p:cNvSpPr txBox="1"/>
              <p:nvPr/>
            </p:nvSpPr>
            <p:spPr>
              <a:xfrm>
                <a:off x="2261285" y="5223282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7" name="文本框 436">
                <a:extLst>
                  <a:ext uri="{FF2B5EF4-FFF2-40B4-BE49-F238E27FC236}">
                    <a16:creationId xmlns:a16="http://schemas.microsoft.com/office/drawing/2014/main" id="{B5941B78-C628-4313-B3DF-97D9967BD100}"/>
                  </a:ext>
                </a:extLst>
              </p:cNvPr>
              <p:cNvSpPr txBox="1"/>
              <p:nvPr/>
            </p:nvSpPr>
            <p:spPr>
              <a:xfrm>
                <a:off x="4185981" y="5224269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0.20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F5A737D4-11DB-4665-A6D5-D3DC89189FB4}"/>
                  </a:ext>
                </a:extLst>
              </p:cNvPr>
              <p:cNvGrpSpPr/>
              <p:nvPr/>
            </p:nvGrpSpPr>
            <p:grpSpPr>
              <a:xfrm rot="5400000">
                <a:off x="2229625" y="3098928"/>
                <a:ext cx="5951782" cy="1670980"/>
                <a:chOff x="503426" y="3016562"/>
                <a:chExt cx="8402400" cy="3490991"/>
              </a:xfrm>
            </p:grpSpPr>
            <p:cxnSp>
              <p:nvCxnSpPr>
                <p:cNvPr id="438" name="直接连接符 437">
                  <a:extLst>
                    <a:ext uri="{FF2B5EF4-FFF2-40B4-BE49-F238E27FC236}">
                      <a16:creationId xmlns:a16="http://schemas.microsoft.com/office/drawing/2014/main" id="{C256E9FC-3F99-4FBB-8DD9-B521C3FB03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57150">
                  <a:solidFill>
                    <a:srgbClr val="5F5F5F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直接箭头连接符 438">
                  <a:extLst>
                    <a:ext uri="{FF2B5EF4-FFF2-40B4-BE49-F238E27FC236}">
                      <a16:creationId xmlns:a16="http://schemas.microsoft.com/office/drawing/2014/main" id="{FEF63E63-F68A-4DB5-8151-4BB8BCE68F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26826" y="4762058"/>
                  <a:ext cx="3490991" cy="0"/>
                </a:xfrm>
                <a:prstGeom prst="straightConnector1">
                  <a:avLst/>
                </a:prstGeom>
                <a:ln w="57150">
                  <a:solidFill>
                    <a:srgbClr val="5F5F5F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0" name="直接连接符 439">
                  <a:extLst>
                    <a:ext uri="{FF2B5EF4-FFF2-40B4-BE49-F238E27FC236}">
                      <a16:creationId xmlns:a16="http://schemas.microsoft.com/office/drawing/2014/main" id="{A974B68B-B541-4113-9300-D55395BFFF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57150" cap="rnd">
                  <a:solidFill>
                    <a:srgbClr val="5F5F5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099E2915-B2DE-4A36-9C97-904079431F78}"/>
                  </a:ext>
                </a:extLst>
              </p:cNvPr>
              <p:cNvSpPr txBox="1"/>
              <p:nvPr/>
            </p:nvSpPr>
            <p:spPr>
              <a:xfrm>
                <a:off x="4779542" y="6566459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-0.23</a:t>
                </a:r>
                <a:endParaRPr lang="zh-CN" altLang="en-US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42" name="组合 441">
                <a:extLst>
                  <a:ext uri="{FF2B5EF4-FFF2-40B4-BE49-F238E27FC236}">
                    <a16:creationId xmlns:a16="http://schemas.microsoft.com/office/drawing/2014/main" id="{4FC277E5-8D7E-46DA-9B91-A6559EF5B438}"/>
                  </a:ext>
                </a:extLst>
              </p:cNvPr>
              <p:cNvGrpSpPr/>
              <p:nvPr/>
            </p:nvGrpSpPr>
            <p:grpSpPr>
              <a:xfrm rot="16200000" flipH="1">
                <a:off x="-1234981" y="3095901"/>
                <a:ext cx="5951782" cy="1728000"/>
                <a:chOff x="503427" y="3016558"/>
                <a:chExt cx="8402400" cy="4189191"/>
              </a:xfrm>
            </p:grpSpPr>
            <p:cxnSp>
              <p:nvCxnSpPr>
                <p:cNvPr id="443" name="直接连接符 442">
                  <a:extLst>
                    <a:ext uri="{FF2B5EF4-FFF2-40B4-BE49-F238E27FC236}">
                      <a16:creationId xmlns:a16="http://schemas.microsoft.com/office/drawing/2014/main" id="{40506D2A-5EB6-4186-AC7B-5860509051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7" y="3070002"/>
                  <a:ext cx="8402400" cy="3619"/>
                </a:xfrm>
                <a:prstGeom prst="line">
                  <a:avLst/>
                </a:prstGeom>
                <a:ln w="76200">
                  <a:solidFill>
                    <a:srgbClr val="5F5F5F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直接箭头连接符 443">
                  <a:extLst>
                    <a:ext uri="{FF2B5EF4-FFF2-40B4-BE49-F238E27FC236}">
                      <a16:creationId xmlns:a16="http://schemas.microsoft.com/office/drawing/2014/main" id="{51B80A03-91AF-4C55-B2E6-B73A550F6B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777727" y="5111154"/>
                  <a:ext cx="4189191" cy="0"/>
                </a:xfrm>
                <a:prstGeom prst="straightConnector1">
                  <a:avLst/>
                </a:prstGeom>
                <a:ln w="76200">
                  <a:solidFill>
                    <a:srgbClr val="5F5F5F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直接连接符 444">
                  <a:extLst>
                    <a:ext uri="{FF2B5EF4-FFF2-40B4-BE49-F238E27FC236}">
                      <a16:creationId xmlns:a16="http://schemas.microsoft.com/office/drawing/2014/main" id="{6FD8C2C8-1AFC-400D-B498-D83BDA4C0C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0"/>
                  <a:ext cx="0" cy="1134572"/>
                </a:xfrm>
                <a:prstGeom prst="line">
                  <a:avLst/>
                </a:prstGeom>
                <a:ln w="76200" cap="rnd">
                  <a:solidFill>
                    <a:srgbClr val="5F5F5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6" name="文本框 445">
                <a:extLst>
                  <a:ext uri="{FF2B5EF4-FFF2-40B4-BE49-F238E27FC236}">
                    <a16:creationId xmlns:a16="http://schemas.microsoft.com/office/drawing/2014/main" id="{2C771B5D-6354-4C47-A4C0-DEAAAAB78FFC}"/>
                  </a:ext>
                </a:extLst>
              </p:cNvPr>
              <p:cNvSpPr txBox="1"/>
              <p:nvPr/>
            </p:nvSpPr>
            <p:spPr>
              <a:xfrm>
                <a:off x="1174110" y="6563492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-0.35</a:t>
                </a:r>
                <a:endParaRPr lang="zh-CN" altLang="en-US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1FA3455E-F698-468D-B450-988FF4135D7A}"/>
                      </a:ext>
                    </a:extLst>
                  </p:cNvPr>
                  <p:cNvSpPr txBox="1"/>
                  <p:nvPr/>
                </p:nvSpPr>
                <p:spPr>
                  <a:xfrm>
                    <a:off x="4699537" y="4812194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0.42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1FA3455E-F698-468D-B450-988FF4135D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9537" y="4812194"/>
                    <a:ext cx="115200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8197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8" name="文本框 197">
                    <a:extLst>
                      <a:ext uri="{FF2B5EF4-FFF2-40B4-BE49-F238E27FC236}">
                        <a16:creationId xmlns:a16="http://schemas.microsoft.com/office/drawing/2014/main" id="{C29FB626-A061-4ADE-84CC-FDEF28D0F4B8}"/>
                      </a:ext>
                    </a:extLst>
                  </p:cNvPr>
                  <p:cNvSpPr txBox="1"/>
                  <p:nvPr/>
                </p:nvSpPr>
                <p:spPr>
                  <a:xfrm>
                    <a:off x="1249204" y="4808073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0.16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198" name="文本框 197">
                    <a:extLst>
                      <a:ext uri="{FF2B5EF4-FFF2-40B4-BE49-F238E27FC236}">
                        <a16:creationId xmlns:a16="http://schemas.microsoft.com/office/drawing/2014/main" id="{C29FB626-A061-4ADE-84CC-FDEF28D0F4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9204" y="4808073"/>
                    <a:ext cx="115200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0000" r="-42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28B150CF-BA04-4985-A695-2929EBA83EEA}"/>
                  </a:ext>
                </a:extLst>
              </p:cNvPr>
              <p:cNvGrpSpPr/>
              <p:nvPr/>
            </p:nvGrpSpPr>
            <p:grpSpPr>
              <a:xfrm>
                <a:off x="3862975" y="2867988"/>
                <a:ext cx="1764000" cy="1952872"/>
                <a:chOff x="3862975" y="2867988"/>
                <a:chExt cx="1764000" cy="1952872"/>
              </a:xfrm>
            </p:grpSpPr>
            <p:grpSp>
              <p:nvGrpSpPr>
                <p:cNvPr id="490" name="组合 489">
                  <a:extLst>
                    <a:ext uri="{FF2B5EF4-FFF2-40B4-BE49-F238E27FC236}">
                      <a16:creationId xmlns:a16="http://schemas.microsoft.com/office/drawing/2014/main" id="{43BEA849-9D31-4D3E-8ACE-A819D28ABEF8}"/>
                    </a:ext>
                  </a:extLst>
                </p:cNvPr>
                <p:cNvGrpSpPr/>
                <p:nvPr/>
              </p:nvGrpSpPr>
              <p:grpSpPr>
                <a:xfrm>
                  <a:off x="3862975" y="2867988"/>
                  <a:ext cx="1764000" cy="1952872"/>
                  <a:chOff x="4023707" y="2901877"/>
                  <a:chExt cx="1764000" cy="1952872"/>
                </a:xfrm>
              </p:grpSpPr>
              <p:sp>
                <p:nvSpPr>
                  <p:cNvPr id="320" name="Rounded Rectangle 6">
                    <a:extLst>
                      <a:ext uri="{FF2B5EF4-FFF2-40B4-BE49-F238E27FC236}">
                        <a16:creationId xmlns:a16="http://schemas.microsoft.com/office/drawing/2014/main" id="{9008B025-7196-457D-80FA-D26D7FBF6DE2}"/>
                      </a:ext>
                    </a:extLst>
                  </p:cNvPr>
                  <p:cNvSpPr/>
                  <p:nvPr/>
                </p:nvSpPr>
                <p:spPr>
                  <a:xfrm>
                    <a:off x="4104144" y="2946749"/>
                    <a:ext cx="1604833" cy="1908000"/>
                  </a:xfrm>
                  <a:prstGeom prst="roundRect">
                    <a:avLst/>
                  </a:prstGeom>
                  <a:solidFill>
                    <a:srgbClr val="DD8452">
                      <a:alpha val="5098"/>
                    </a:srgbClr>
                  </a:solidFill>
                  <a:ln w="9525">
                    <a:solidFill>
                      <a:srgbClr val="DD84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1" name="组合 30">
                    <a:extLst>
                      <a:ext uri="{FF2B5EF4-FFF2-40B4-BE49-F238E27FC236}">
                        <a16:creationId xmlns:a16="http://schemas.microsoft.com/office/drawing/2014/main" id="{3313072C-05A3-4326-9CF0-CC8D67FED459}"/>
                      </a:ext>
                    </a:extLst>
                  </p:cNvPr>
                  <p:cNvGrpSpPr/>
                  <p:nvPr/>
                </p:nvGrpSpPr>
                <p:grpSpPr>
                  <a:xfrm>
                    <a:off x="4670666" y="3024780"/>
                    <a:ext cx="488265" cy="412025"/>
                    <a:chOff x="6337606" y="3882161"/>
                    <a:chExt cx="449433" cy="379256"/>
                  </a:xfrm>
                </p:grpSpPr>
                <p:cxnSp>
                  <p:nvCxnSpPr>
                    <p:cNvPr id="175" name="直接连接符 174">
                      <a:extLst>
                        <a:ext uri="{FF2B5EF4-FFF2-40B4-BE49-F238E27FC236}">
                          <a16:creationId xmlns:a16="http://schemas.microsoft.com/office/drawing/2014/main" id="{7BA20E06-4E16-484D-8796-D656F3F833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337606" y="3882161"/>
                      <a:ext cx="432000" cy="1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直接连接符 175">
                      <a:extLst>
                        <a:ext uri="{FF2B5EF4-FFF2-40B4-BE49-F238E27FC236}">
                          <a16:creationId xmlns:a16="http://schemas.microsoft.com/office/drawing/2014/main" id="{FA253F19-8A4F-4566-A6AD-1D807B7626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21355" y="4261417"/>
                      <a:ext cx="165684" cy="0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18" name="文本框 317">
                    <a:extLst>
                      <a:ext uri="{FF2B5EF4-FFF2-40B4-BE49-F238E27FC236}">
                        <a16:creationId xmlns:a16="http://schemas.microsoft.com/office/drawing/2014/main" id="{965F2099-DFB4-4A4A-903A-04B77133935D}"/>
                      </a:ext>
                    </a:extLst>
                  </p:cNvPr>
                  <p:cNvSpPr txBox="1"/>
                  <p:nvPr/>
                </p:nvSpPr>
                <p:spPr>
                  <a:xfrm>
                    <a:off x="4023707" y="3771378"/>
                    <a:ext cx="1764000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Relative fitness  difference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</a:t>
                    </a:r>
                    <a:r>
                      <a:rPr lang="en-US" altLang="zh-CN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RFD</a:t>
                    </a:r>
                    <a:r>
                      <a:rPr lang="en-US" altLang="zh-CN" baseline="-25000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pic>
                <p:nvPicPr>
                  <p:cNvPr id="341" name="图形 340">
                    <a:extLst>
                      <a:ext uri="{FF2B5EF4-FFF2-40B4-BE49-F238E27FC236}">
                        <a16:creationId xmlns:a16="http://schemas.microsoft.com/office/drawing/2014/main" id="{A7DF45B6-2911-4EC1-B6FB-443742E987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14485"/>
                  <a:stretch/>
                </p:blipFill>
                <p:spPr>
                  <a:xfrm>
                    <a:off x="4354242" y="2901877"/>
                    <a:ext cx="967331" cy="93474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4" name="直接箭头连接符 3">
                  <a:extLst>
                    <a:ext uri="{FF2B5EF4-FFF2-40B4-BE49-F238E27FC236}">
                      <a16:creationId xmlns:a16="http://schemas.microsoft.com/office/drawing/2014/main" id="{7BA809C6-85F5-42B9-854B-7D64EA20C116}"/>
                    </a:ext>
                  </a:extLst>
                </p:cNvPr>
                <p:cNvCxnSpPr/>
                <p:nvPr/>
              </p:nvCxnSpPr>
              <p:spPr>
                <a:xfrm>
                  <a:off x="4919186" y="3015213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C14C9E01-B0CD-4D9F-84A1-1243CD79D224}"/>
                  </a:ext>
                </a:extLst>
              </p:cNvPr>
              <p:cNvGrpSpPr/>
              <p:nvPr/>
            </p:nvGrpSpPr>
            <p:grpSpPr>
              <a:xfrm>
                <a:off x="3827886" y="-2586"/>
                <a:ext cx="1794615" cy="1911086"/>
                <a:chOff x="3827886" y="-2586"/>
                <a:chExt cx="1794615" cy="1911086"/>
              </a:xfrm>
            </p:grpSpPr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D0F5A15F-6E63-4508-82B7-466BB0BABE73}"/>
                    </a:ext>
                  </a:extLst>
                </p:cNvPr>
                <p:cNvSpPr txBox="1"/>
                <p:nvPr/>
              </p:nvSpPr>
              <p:spPr>
                <a:xfrm>
                  <a:off x="3827886" y="849492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BFA75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Functional  difference (</a:t>
                  </a:r>
                  <a:r>
                    <a:rPr lang="en-US" altLang="zh-CN" dirty="0" err="1">
                      <a:solidFill>
                        <a:srgbClr val="BFA75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MFD</a:t>
                  </a:r>
                  <a:r>
                    <a:rPr lang="en-US" altLang="zh-CN" baseline="-25000" dirty="0" err="1">
                      <a:solidFill>
                        <a:srgbClr val="BFA75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BFA75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grpSp>
              <p:nvGrpSpPr>
                <p:cNvPr id="50" name="组合 49">
                  <a:extLst>
                    <a:ext uri="{FF2B5EF4-FFF2-40B4-BE49-F238E27FC236}">
                      <a16:creationId xmlns:a16="http://schemas.microsoft.com/office/drawing/2014/main" id="{F3C93BC1-6F81-45F2-9140-5A41D1E6AB1B}"/>
                    </a:ext>
                  </a:extLst>
                </p:cNvPr>
                <p:cNvGrpSpPr/>
                <p:nvPr/>
              </p:nvGrpSpPr>
              <p:grpSpPr>
                <a:xfrm>
                  <a:off x="3897206" y="-2586"/>
                  <a:ext cx="1604833" cy="1908000"/>
                  <a:chOff x="3897206" y="-2586"/>
                  <a:chExt cx="1604833" cy="1908000"/>
                </a:xfrm>
              </p:grpSpPr>
              <p:cxnSp>
                <p:nvCxnSpPr>
                  <p:cNvPr id="275" name="直接连接符 274">
                    <a:extLst>
                      <a:ext uri="{FF2B5EF4-FFF2-40B4-BE49-F238E27FC236}">
                        <a16:creationId xmlns:a16="http://schemas.microsoft.com/office/drawing/2014/main" id="{8DD74EFC-9CEF-47E1-AA72-0CB5163521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8947" y="64379"/>
                    <a:ext cx="540000" cy="885"/>
                  </a:xfrm>
                  <a:prstGeom prst="line">
                    <a:avLst/>
                  </a:prstGeom>
                  <a:ln w="19050">
                    <a:solidFill>
                      <a:srgbClr val="CCB974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直接箭头连接符 275">
                    <a:extLst>
                      <a:ext uri="{FF2B5EF4-FFF2-40B4-BE49-F238E27FC236}">
                        <a16:creationId xmlns:a16="http://schemas.microsoft.com/office/drawing/2014/main" id="{0DE5BD26-881A-4AA1-B64D-A4111CF98D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40908" y="126455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rgbClr val="BFA75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7" name="Rounded Rectangle 6">
                    <a:extLst>
                      <a:ext uri="{FF2B5EF4-FFF2-40B4-BE49-F238E27FC236}">
                        <a16:creationId xmlns:a16="http://schemas.microsoft.com/office/drawing/2014/main" id="{B8DC837F-8B3A-473C-B5DD-3A827B7B1F22}"/>
                      </a:ext>
                    </a:extLst>
                  </p:cNvPr>
                  <p:cNvSpPr/>
                  <p:nvPr/>
                </p:nvSpPr>
                <p:spPr>
                  <a:xfrm>
                    <a:off x="3897206" y="-2586"/>
                    <a:ext cx="1604833" cy="1908000"/>
                  </a:xfrm>
                  <a:prstGeom prst="roundRect">
                    <a:avLst/>
                  </a:prstGeom>
                  <a:solidFill>
                    <a:srgbClr val="CCB974">
                      <a:alpha val="5098"/>
                    </a:srgbClr>
                  </a:solidFill>
                  <a:ln w="9525">
                    <a:solidFill>
                      <a:srgbClr val="CCB974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4" name="直接连接符 273">
                    <a:extLst>
                      <a:ext uri="{FF2B5EF4-FFF2-40B4-BE49-F238E27FC236}">
                        <a16:creationId xmlns:a16="http://schemas.microsoft.com/office/drawing/2014/main" id="{5F630977-EECA-4827-9C36-1A2D26B884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62546" y="517303"/>
                    <a:ext cx="396000" cy="0"/>
                  </a:xfrm>
                  <a:prstGeom prst="line">
                    <a:avLst/>
                  </a:prstGeom>
                  <a:ln w="19050">
                    <a:solidFill>
                      <a:srgbClr val="CCB974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9" name="组合 48">
                    <a:extLst>
                      <a:ext uri="{FF2B5EF4-FFF2-40B4-BE49-F238E27FC236}">
                        <a16:creationId xmlns:a16="http://schemas.microsoft.com/office/drawing/2014/main" id="{18FE0069-BFCB-4568-8FCC-594EC2846A4B}"/>
                      </a:ext>
                    </a:extLst>
                  </p:cNvPr>
                  <p:cNvGrpSpPr/>
                  <p:nvPr/>
                </p:nvGrpSpPr>
                <p:grpSpPr>
                  <a:xfrm>
                    <a:off x="4258754" y="298157"/>
                    <a:ext cx="320699" cy="792926"/>
                    <a:chOff x="4258754" y="268661"/>
                    <a:chExt cx="320699" cy="792926"/>
                  </a:xfrm>
                </p:grpSpPr>
                <p:pic>
                  <p:nvPicPr>
                    <p:cNvPr id="277" name="图形 276" descr="三叶草">
                      <a:extLst>
                        <a:ext uri="{FF2B5EF4-FFF2-40B4-BE49-F238E27FC236}">
                          <a16:creationId xmlns:a16="http://schemas.microsoft.com/office/drawing/2014/main" id="{F1D55F40-83AE-408E-8E8A-C16A1E65458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rcRect t="55017" r="59041"/>
                    <a:stretch/>
                  </p:blipFill>
                  <p:spPr>
                    <a:xfrm rot="21247962">
                      <a:off x="4258754" y="268661"/>
                      <a:ext cx="271444" cy="79292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78" name="图形 277" descr="鲜花">
                      <a:extLst>
                        <a:ext uri="{FF2B5EF4-FFF2-40B4-BE49-F238E27FC236}">
                          <a16:creationId xmlns:a16="http://schemas.microsoft.com/office/drawing/2014/main" id="{4F6C0C81-2D0E-49AD-9774-87A9A717555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9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0"/>
                        </a:ext>
                      </a:extLst>
                    </a:blip>
                    <a:srcRect t="57338"/>
                    <a:stretch/>
                  </p:blipFill>
                  <p:spPr>
                    <a:xfrm>
                      <a:off x="4347861" y="363745"/>
                      <a:ext cx="231592" cy="98802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85" name="图形 284" descr="盆花">
                    <a:extLst>
                      <a:ext uri="{FF2B5EF4-FFF2-40B4-BE49-F238E27FC236}">
                        <a16:creationId xmlns:a16="http://schemas.microsoft.com/office/drawing/2014/main" id="{EEA023D9-0A79-4E19-BFC2-E465092A4C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l="25816" t="53728" r="21971" b="37594"/>
                  <a:stretch/>
                </p:blipFill>
                <p:spPr>
                  <a:xfrm>
                    <a:off x="4228265" y="821600"/>
                    <a:ext cx="969509" cy="114998"/>
                  </a:xfrm>
                  <a:prstGeom prst="rect">
                    <a:avLst/>
                  </a:prstGeom>
                </p:spPr>
              </p:pic>
              <p:pic>
                <p:nvPicPr>
                  <p:cNvPr id="239" name="图形 238" descr="无茎花朵">
                    <a:extLst>
                      <a:ext uri="{FF2B5EF4-FFF2-40B4-BE49-F238E27FC236}">
                        <a16:creationId xmlns:a16="http://schemas.microsoft.com/office/drawing/2014/main" id="{46296AB7-A393-427D-9F25-E899AD8C19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>
                    <a:off x="4262622" y="12058"/>
                    <a:ext cx="426720" cy="42672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861B5BAD-2747-48C3-A112-3D05485F7C5C}"/>
                  </a:ext>
                </a:extLst>
              </p:cNvPr>
              <p:cNvGrpSpPr/>
              <p:nvPr/>
            </p:nvGrpSpPr>
            <p:grpSpPr>
              <a:xfrm>
                <a:off x="1367415" y="-2586"/>
                <a:ext cx="1794615" cy="1908000"/>
                <a:chOff x="1367415" y="-2586"/>
                <a:chExt cx="1794615" cy="1908000"/>
              </a:xfrm>
            </p:grpSpPr>
            <p:grpSp>
              <p:nvGrpSpPr>
                <p:cNvPr id="82" name="组合 81">
                  <a:extLst>
                    <a:ext uri="{FF2B5EF4-FFF2-40B4-BE49-F238E27FC236}">
                      <a16:creationId xmlns:a16="http://schemas.microsoft.com/office/drawing/2014/main" id="{8F83F0D4-851C-459C-A101-C2799A9CACAA}"/>
                    </a:ext>
                  </a:extLst>
                </p:cNvPr>
                <p:cNvGrpSpPr/>
                <p:nvPr/>
              </p:nvGrpSpPr>
              <p:grpSpPr>
                <a:xfrm>
                  <a:off x="1367415" y="-2586"/>
                  <a:ext cx="1794615" cy="1908000"/>
                  <a:chOff x="1869455" y="-4325"/>
                  <a:chExt cx="1794615" cy="1908000"/>
                </a:xfrm>
              </p:grpSpPr>
              <p:sp>
                <p:nvSpPr>
                  <p:cNvPr id="114" name="Rounded Rectangle 6">
                    <a:extLst>
                      <a:ext uri="{FF2B5EF4-FFF2-40B4-BE49-F238E27FC236}">
                        <a16:creationId xmlns:a16="http://schemas.microsoft.com/office/drawing/2014/main" id="{CBF1B6D7-DC1A-4810-8BE8-E463085DF842}"/>
                      </a:ext>
                    </a:extLst>
                  </p:cNvPr>
                  <p:cNvSpPr/>
                  <p:nvPr/>
                </p:nvSpPr>
                <p:spPr>
                  <a:xfrm>
                    <a:off x="1914865" y="-4325"/>
                    <a:ext cx="1604833" cy="1908000"/>
                  </a:xfrm>
                  <a:prstGeom prst="roundRect">
                    <a:avLst/>
                  </a:prstGeom>
                  <a:solidFill>
                    <a:srgbClr val="55A868">
                      <a:alpha val="5098"/>
                    </a:srgbClr>
                  </a:solidFill>
                  <a:ln w="9525">
                    <a:solidFill>
                      <a:srgbClr val="55A868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B41DE2D7-23E7-4D48-B962-4AFB436BE6A8}"/>
                      </a:ext>
                    </a:extLst>
                  </p:cNvPr>
                  <p:cNvSpPr txBox="1"/>
                  <p:nvPr/>
                </p:nvSpPr>
                <p:spPr>
                  <a:xfrm>
                    <a:off x="1869455" y="843191"/>
                    <a:ext cx="1794615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55A86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 difference (</a:t>
                    </a:r>
                    <a:r>
                      <a:rPr lang="en-US" altLang="zh-CN" dirty="0" err="1">
                        <a:solidFill>
                          <a:srgbClr val="55A86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MPD</a:t>
                    </a:r>
                    <a:r>
                      <a:rPr lang="en-US" altLang="zh-CN" baseline="-25000" dirty="0" err="1">
                        <a:solidFill>
                          <a:srgbClr val="55A86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dirty="0">
                        <a:solidFill>
                          <a:srgbClr val="55A86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grpSp>
                <p:nvGrpSpPr>
                  <p:cNvPr id="119" name="组合 118">
                    <a:extLst>
                      <a:ext uri="{FF2B5EF4-FFF2-40B4-BE49-F238E27FC236}">
                        <a16:creationId xmlns:a16="http://schemas.microsoft.com/office/drawing/2014/main" id="{B6E008F0-677A-462E-966F-0B3020C73C5D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34220" y="-89052"/>
                    <a:ext cx="587658" cy="800265"/>
                    <a:chOff x="2295465" y="3756769"/>
                    <a:chExt cx="695145" cy="800265"/>
                  </a:xfrm>
                </p:grpSpPr>
                <p:cxnSp>
                  <p:nvCxnSpPr>
                    <p:cNvPr id="120" name="直接连接符 119">
                      <a:extLst>
                        <a:ext uri="{FF2B5EF4-FFF2-40B4-BE49-F238E27FC236}">
                          <a16:creationId xmlns:a16="http://schemas.microsoft.com/office/drawing/2014/main" id="{EEEA72B3-E777-4D13-AB95-547AD6B152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95465" y="4222991"/>
                      <a:ext cx="170339" cy="0"/>
                    </a:xfrm>
                    <a:prstGeom prst="line">
                      <a:avLst/>
                    </a:prstGeom>
                    <a:ln w="19050">
                      <a:solidFill>
                        <a:srgbClr val="55A868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直接连接符 120">
                      <a:extLst>
                        <a:ext uri="{FF2B5EF4-FFF2-40B4-BE49-F238E27FC236}">
                          <a16:creationId xmlns:a16="http://schemas.microsoft.com/office/drawing/2014/main" id="{325FE04F-5D65-4C40-81B8-16E1538FC7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476497" y="3970867"/>
                      <a:ext cx="161673" cy="0"/>
                    </a:xfrm>
                    <a:prstGeom prst="line">
                      <a:avLst/>
                    </a:prstGeom>
                    <a:ln w="19050">
                      <a:solidFill>
                        <a:srgbClr val="55A868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接连接符 121">
                      <a:extLst>
                        <a:ext uri="{FF2B5EF4-FFF2-40B4-BE49-F238E27FC236}">
                          <a16:creationId xmlns:a16="http://schemas.microsoft.com/office/drawing/2014/main" id="{93B326DC-18E8-4C5D-B984-B0126EB918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641929" y="3756769"/>
                      <a:ext cx="3312" cy="432000"/>
                    </a:xfrm>
                    <a:prstGeom prst="line">
                      <a:avLst/>
                    </a:prstGeom>
                    <a:ln w="19050">
                      <a:solidFill>
                        <a:srgbClr val="55A868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直接连接符 122">
                      <a:extLst>
                        <a:ext uri="{FF2B5EF4-FFF2-40B4-BE49-F238E27FC236}">
                          <a16:creationId xmlns:a16="http://schemas.microsoft.com/office/drawing/2014/main" id="{3F6C04E1-CEE8-4A19-9CA5-914957A339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644737" y="3764955"/>
                      <a:ext cx="317182" cy="4"/>
                    </a:xfrm>
                    <a:prstGeom prst="line">
                      <a:avLst/>
                    </a:prstGeom>
                    <a:ln w="19050">
                      <a:solidFill>
                        <a:srgbClr val="55A868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直接连接符 123">
                      <a:extLst>
                        <a:ext uri="{FF2B5EF4-FFF2-40B4-BE49-F238E27FC236}">
                          <a16:creationId xmlns:a16="http://schemas.microsoft.com/office/drawing/2014/main" id="{935E0DA0-DEEC-4F92-B4E0-A2DC2B7D13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646208" y="4184116"/>
                      <a:ext cx="317182" cy="4"/>
                    </a:xfrm>
                    <a:prstGeom prst="line">
                      <a:avLst/>
                    </a:prstGeom>
                    <a:ln w="19050">
                      <a:solidFill>
                        <a:srgbClr val="55A868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直接连接符 124">
                      <a:extLst>
                        <a:ext uri="{FF2B5EF4-FFF2-40B4-BE49-F238E27FC236}">
                          <a16:creationId xmlns:a16="http://schemas.microsoft.com/office/drawing/2014/main" id="{767F570B-059D-4A76-933B-334718D3C4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462306" y="4548751"/>
                      <a:ext cx="528304" cy="1"/>
                    </a:xfrm>
                    <a:prstGeom prst="line">
                      <a:avLst/>
                    </a:prstGeom>
                    <a:ln w="19050">
                      <a:solidFill>
                        <a:srgbClr val="55A868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直接连接符 125">
                      <a:extLst>
                        <a:ext uri="{FF2B5EF4-FFF2-40B4-BE49-F238E27FC236}">
                          <a16:creationId xmlns:a16="http://schemas.microsoft.com/office/drawing/2014/main" id="{41837C97-419C-4219-8342-E082BDC314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471057" y="3963034"/>
                      <a:ext cx="1885" cy="594000"/>
                    </a:xfrm>
                    <a:prstGeom prst="line">
                      <a:avLst/>
                    </a:prstGeom>
                    <a:ln w="19050">
                      <a:solidFill>
                        <a:srgbClr val="55A868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8" name="直接箭头连接符 107">
                    <a:extLst>
                      <a:ext uri="{FF2B5EF4-FFF2-40B4-BE49-F238E27FC236}">
                        <a16:creationId xmlns:a16="http://schemas.microsoft.com/office/drawing/2014/main" id="{C58F51C6-FDB1-491A-9C26-51FB0F74D2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2911591" y="370576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rgbClr val="55A868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222" name="图形 221" descr="无茎花朵">
                  <a:extLst>
                    <a:ext uri="{FF2B5EF4-FFF2-40B4-BE49-F238E27FC236}">
                      <a16:creationId xmlns:a16="http://schemas.microsoft.com/office/drawing/2014/main" id="{A0C453BC-A1F1-45AF-A2C6-065B455054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1621479" y="580458"/>
                  <a:ext cx="426720" cy="426720"/>
                </a:xfrm>
                <a:prstGeom prst="rect">
                  <a:avLst/>
                </a:prstGeom>
              </p:spPr>
            </p:pic>
          </p:grpSp>
          <p:pic>
            <p:nvPicPr>
              <p:cNvPr id="248" name="图形 247" descr="无茎花朵">
                <a:extLst>
                  <a:ext uri="{FF2B5EF4-FFF2-40B4-BE49-F238E27FC236}">
                    <a16:creationId xmlns:a16="http://schemas.microsoft.com/office/drawing/2014/main" id="{11D2F053-402B-40C0-9212-4B4B04F603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2055412" y="2938261"/>
                <a:ext cx="426720" cy="426720"/>
              </a:xfrm>
              <a:prstGeom prst="rect">
                <a:avLst/>
              </a:prstGeom>
            </p:spPr>
          </p:pic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7699F9D-9F82-47C2-AEE6-59C12FE24C8F}"/>
                  </a:ext>
                </a:extLst>
              </p:cNvPr>
              <p:cNvGrpSpPr/>
              <p:nvPr/>
            </p:nvGrpSpPr>
            <p:grpSpPr>
              <a:xfrm>
                <a:off x="2620506" y="5894654"/>
                <a:ext cx="1794615" cy="1940786"/>
                <a:chOff x="2620506" y="5894654"/>
                <a:chExt cx="1794615" cy="1940786"/>
              </a:xfrm>
            </p:grpSpPr>
            <p:grpSp>
              <p:nvGrpSpPr>
                <p:cNvPr id="205" name="组合 204">
                  <a:extLst>
                    <a:ext uri="{FF2B5EF4-FFF2-40B4-BE49-F238E27FC236}">
                      <a16:creationId xmlns:a16="http://schemas.microsoft.com/office/drawing/2014/main" id="{4E7BA054-A6B7-462D-9D2D-F0578CEBAC05}"/>
                    </a:ext>
                  </a:extLst>
                </p:cNvPr>
                <p:cNvGrpSpPr/>
                <p:nvPr/>
              </p:nvGrpSpPr>
              <p:grpSpPr>
                <a:xfrm>
                  <a:off x="3266699" y="6195312"/>
                  <a:ext cx="318310" cy="781628"/>
                  <a:chOff x="992031" y="5159393"/>
                  <a:chExt cx="322911" cy="792926"/>
                </a:xfrm>
              </p:grpSpPr>
              <p:pic>
                <p:nvPicPr>
                  <p:cNvPr id="224" name="图形 223" descr="鲜花">
                    <a:extLst>
                      <a:ext uri="{FF2B5EF4-FFF2-40B4-BE49-F238E27FC236}">
                        <a16:creationId xmlns:a16="http://schemas.microsoft.com/office/drawing/2014/main" id="{F1F3E8F0-0214-44CC-810B-E52A5DEE56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7338"/>
                  <a:stretch/>
                </p:blipFill>
                <p:spPr>
                  <a:xfrm>
                    <a:off x="1083350" y="5237629"/>
                    <a:ext cx="231592" cy="98802"/>
                  </a:xfrm>
                  <a:prstGeom prst="rect">
                    <a:avLst/>
                  </a:prstGeom>
                </p:spPr>
              </p:pic>
              <p:pic>
                <p:nvPicPr>
                  <p:cNvPr id="227" name="图形 226" descr="三叶草">
                    <a:extLst>
                      <a:ext uri="{FF2B5EF4-FFF2-40B4-BE49-F238E27FC236}">
                        <a16:creationId xmlns:a16="http://schemas.microsoft.com/office/drawing/2014/main" id="{203AB74B-B463-4FB6-907D-86AD4B29F7D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992031" y="5159393"/>
                    <a:ext cx="271444" cy="79292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9" name="组合 208">
                  <a:extLst>
                    <a:ext uri="{FF2B5EF4-FFF2-40B4-BE49-F238E27FC236}">
                      <a16:creationId xmlns:a16="http://schemas.microsoft.com/office/drawing/2014/main" id="{FCD856FA-58C2-409E-AC9E-21CB3B047E02}"/>
                    </a:ext>
                  </a:extLst>
                </p:cNvPr>
                <p:cNvGrpSpPr/>
                <p:nvPr/>
              </p:nvGrpSpPr>
              <p:grpSpPr>
                <a:xfrm>
                  <a:off x="3089452" y="6256861"/>
                  <a:ext cx="263931" cy="648098"/>
                  <a:chOff x="992032" y="5159393"/>
                  <a:chExt cx="322910" cy="792926"/>
                </a:xfrm>
              </p:grpSpPr>
              <p:pic>
                <p:nvPicPr>
                  <p:cNvPr id="218" name="图形 217" descr="鲜花">
                    <a:extLst>
                      <a:ext uri="{FF2B5EF4-FFF2-40B4-BE49-F238E27FC236}">
                        <a16:creationId xmlns:a16="http://schemas.microsoft.com/office/drawing/2014/main" id="{E67DF5B0-FB6E-46CD-96FB-D9C56134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7338"/>
                  <a:stretch/>
                </p:blipFill>
                <p:spPr>
                  <a:xfrm>
                    <a:off x="1083350" y="5237629"/>
                    <a:ext cx="231592" cy="98802"/>
                  </a:xfrm>
                  <a:prstGeom prst="rect">
                    <a:avLst/>
                  </a:prstGeom>
                </p:spPr>
              </p:pic>
              <p:pic>
                <p:nvPicPr>
                  <p:cNvPr id="223" name="图形 222" descr="三叶草">
                    <a:extLst>
                      <a:ext uri="{FF2B5EF4-FFF2-40B4-BE49-F238E27FC236}">
                        <a16:creationId xmlns:a16="http://schemas.microsoft.com/office/drawing/2014/main" id="{1C91FA55-16D7-4A92-9BA0-0CF901A8B8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992032" y="5159393"/>
                    <a:ext cx="271444" cy="79292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0" name="组合 209">
                  <a:extLst>
                    <a:ext uri="{FF2B5EF4-FFF2-40B4-BE49-F238E27FC236}">
                      <a16:creationId xmlns:a16="http://schemas.microsoft.com/office/drawing/2014/main" id="{B33B09DF-D136-4F99-A46B-C89E7B32CE0F}"/>
                    </a:ext>
                  </a:extLst>
                </p:cNvPr>
                <p:cNvGrpSpPr/>
                <p:nvPr/>
              </p:nvGrpSpPr>
              <p:grpSpPr>
                <a:xfrm>
                  <a:off x="3509710" y="6228272"/>
                  <a:ext cx="285065" cy="699992"/>
                  <a:chOff x="992031" y="5159393"/>
                  <a:chExt cx="322911" cy="792926"/>
                </a:xfrm>
              </p:grpSpPr>
              <p:pic>
                <p:nvPicPr>
                  <p:cNvPr id="215" name="图形 214" descr="鲜花">
                    <a:extLst>
                      <a:ext uri="{FF2B5EF4-FFF2-40B4-BE49-F238E27FC236}">
                        <a16:creationId xmlns:a16="http://schemas.microsoft.com/office/drawing/2014/main" id="{54D40126-A4CA-42B4-AA03-E410049D12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7338"/>
                  <a:stretch/>
                </p:blipFill>
                <p:spPr>
                  <a:xfrm>
                    <a:off x="1083350" y="5237629"/>
                    <a:ext cx="231592" cy="98802"/>
                  </a:xfrm>
                  <a:prstGeom prst="rect">
                    <a:avLst/>
                  </a:prstGeom>
                </p:spPr>
              </p:pic>
              <p:pic>
                <p:nvPicPr>
                  <p:cNvPr id="217" name="图形 216" descr="三叶草">
                    <a:extLst>
                      <a:ext uri="{FF2B5EF4-FFF2-40B4-BE49-F238E27FC236}">
                        <a16:creationId xmlns:a16="http://schemas.microsoft.com/office/drawing/2014/main" id="{9382C353-5F5F-421A-85A0-A74831B101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992031" y="5159393"/>
                    <a:ext cx="271444" cy="792926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12" name="图形 211" descr="盆花">
                  <a:extLst>
                    <a:ext uri="{FF2B5EF4-FFF2-40B4-BE49-F238E27FC236}">
                      <a16:creationId xmlns:a16="http://schemas.microsoft.com/office/drawing/2014/main" id="{B2EE650B-AE1C-445A-8117-9A61BFA73D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3033060" y="6724711"/>
                  <a:ext cx="969509" cy="114998"/>
                </a:xfrm>
                <a:prstGeom prst="rect">
                  <a:avLst/>
                </a:prstGeom>
              </p:spPr>
            </p:pic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58B0F1BE-1E0E-4041-86CB-C9244C6F5EE5}"/>
                    </a:ext>
                  </a:extLst>
                </p:cNvPr>
                <p:cNvGrpSpPr/>
                <p:nvPr/>
              </p:nvGrpSpPr>
              <p:grpSpPr>
                <a:xfrm>
                  <a:off x="2620506" y="5927440"/>
                  <a:ext cx="1794615" cy="1908000"/>
                  <a:chOff x="2689204" y="4845642"/>
                  <a:chExt cx="1794615" cy="1908000"/>
                </a:xfrm>
              </p:grpSpPr>
              <p:sp>
                <p:nvSpPr>
                  <p:cNvPr id="333" name="Rounded Rectangle 6">
                    <a:extLst>
                      <a:ext uri="{FF2B5EF4-FFF2-40B4-BE49-F238E27FC236}">
                        <a16:creationId xmlns:a16="http://schemas.microsoft.com/office/drawing/2014/main" id="{84F2BCED-F271-4BF5-901C-9207FE6C316B}"/>
                      </a:ext>
                    </a:extLst>
                  </p:cNvPr>
                  <p:cNvSpPr/>
                  <p:nvPr/>
                </p:nvSpPr>
                <p:spPr>
                  <a:xfrm>
                    <a:off x="2737318" y="4845642"/>
                    <a:ext cx="1604833" cy="1908000"/>
                  </a:xfrm>
                  <a:prstGeom prst="roundRect">
                    <a:avLst/>
                  </a:prstGeom>
                  <a:solidFill>
                    <a:srgbClr val="1E908C">
                      <a:alpha val="5098"/>
                    </a:srgbClr>
                  </a:solidFill>
                  <a:ln w="9525">
                    <a:solidFill>
                      <a:srgbClr val="1E908C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9" name="文本框 338">
                    <a:extLst>
                      <a:ext uri="{FF2B5EF4-FFF2-40B4-BE49-F238E27FC236}">
                        <a16:creationId xmlns:a16="http://schemas.microsoft.com/office/drawing/2014/main" id="{10652DAB-9167-4DD8-A6FC-F424223A50C8}"/>
                      </a:ext>
                    </a:extLst>
                  </p:cNvPr>
                  <p:cNvSpPr txBox="1"/>
                  <p:nvPr/>
                </p:nvSpPr>
                <p:spPr>
                  <a:xfrm>
                    <a:off x="2689204" y="5661093"/>
                    <a:ext cx="1794615" cy="7266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Establishment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probability</a:t>
                    </a: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3" name="文本框 182">
                      <a:extLst>
                        <a:ext uri="{FF2B5EF4-FFF2-40B4-BE49-F238E27FC236}">
                          <a16:creationId xmlns:a16="http://schemas.microsoft.com/office/drawing/2014/main" id="{DA612497-E5B8-4837-B019-C25F859149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0260" y="7415640"/>
                      <a:ext cx="1152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1E908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1E908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1E908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1E908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0.26</a:t>
                      </a:r>
                      <a:endParaRPr lang="zh-CN" altLang="en-US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183" name="文本框 182">
                      <a:extLst>
                        <a:ext uri="{FF2B5EF4-FFF2-40B4-BE49-F238E27FC236}">
                          <a16:creationId xmlns:a16="http://schemas.microsoft.com/office/drawing/2014/main" id="{DA612497-E5B8-4837-B019-C25F8591495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10260" y="7415640"/>
                      <a:ext cx="1152000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t="-8197" r="-4762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49" name="图形 248" descr="无茎花朵">
                  <a:extLst>
                    <a:ext uri="{FF2B5EF4-FFF2-40B4-BE49-F238E27FC236}">
                      <a16:creationId xmlns:a16="http://schemas.microsoft.com/office/drawing/2014/main" id="{AF087A7B-4ABE-4A13-8D27-BCDE58BE33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3269396" y="5894654"/>
                  <a:ext cx="426720" cy="426720"/>
                </a:xfrm>
                <a:prstGeom prst="rect">
                  <a:avLst/>
                </a:prstGeom>
              </p:spPr>
            </p:pic>
            <p:pic>
              <p:nvPicPr>
                <p:cNvPr id="253" name="图形 252" descr="无茎花朵">
                  <a:extLst>
                    <a:ext uri="{FF2B5EF4-FFF2-40B4-BE49-F238E27FC236}">
                      <a16:creationId xmlns:a16="http://schemas.microsoft.com/office/drawing/2014/main" id="{0748FF7E-C9D3-4FBF-8A5E-BC4266B3D3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3125876" y="6053269"/>
                  <a:ext cx="289139" cy="289139"/>
                </a:xfrm>
                <a:prstGeom prst="rect">
                  <a:avLst/>
                </a:prstGeom>
              </p:spPr>
            </p:pic>
            <p:pic>
              <p:nvPicPr>
                <p:cNvPr id="254" name="图形 253" descr="无茎花朵">
                  <a:extLst>
                    <a:ext uri="{FF2B5EF4-FFF2-40B4-BE49-F238E27FC236}">
                      <a16:creationId xmlns:a16="http://schemas.microsoft.com/office/drawing/2014/main" id="{3A9835D4-B855-4EDE-B16B-4C137D76D8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3557871" y="6027968"/>
                  <a:ext cx="289139" cy="289139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E78B015-D91F-4563-9AD6-B948DA3311DB}"/>
              </a:ext>
            </a:extLst>
          </p:cNvPr>
          <p:cNvGrpSpPr/>
          <p:nvPr/>
        </p:nvGrpSpPr>
        <p:grpSpPr>
          <a:xfrm>
            <a:off x="6861279" y="-930"/>
            <a:ext cx="5116479" cy="8259099"/>
            <a:chOff x="6861279" y="-930"/>
            <a:chExt cx="5116479" cy="825909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B638841-80D8-417C-B631-14B537704873}"/>
                </a:ext>
              </a:extLst>
            </p:cNvPr>
            <p:cNvGrpSpPr/>
            <p:nvPr/>
          </p:nvGrpSpPr>
          <p:grpSpPr>
            <a:xfrm>
              <a:off x="6861279" y="-930"/>
              <a:ext cx="5116479" cy="8259099"/>
              <a:chOff x="6861279" y="-930"/>
              <a:chExt cx="5116479" cy="8259099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5A9F143A-F887-4570-9FB1-FFA7F9530925}"/>
                  </a:ext>
                </a:extLst>
              </p:cNvPr>
              <p:cNvGrpSpPr/>
              <p:nvPr/>
            </p:nvGrpSpPr>
            <p:grpSpPr>
              <a:xfrm>
                <a:off x="10123044" y="307743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6" name="图形 295" descr="三叶草">
                  <a:extLst>
                    <a:ext uri="{FF2B5EF4-FFF2-40B4-BE49-F238E27FC236}">
                      <a16:creationId xmlns:a16="http://schemas.microsoft.com/office/drawing/2014/main" id="{18C4E0EA-6140-4B8F-91D0-C39D30C0F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297" name="图形 296" descr="鲜花">
                  <a:extLst>
                    <a:ext uri="{FF2B5EF4-FFF2-40B4-BE49-F238E27FC236}">
                      <a16:creationId xmlns:a16="http://schemas.microsoft.com/office/drawing/2014/main" id="{CA820BE7-DE5C-45A9-9403-D54B84C4E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sp>
            <p:nvSpPr>
              <p:cNvPr id="519" name="Rounded Rectangle 6">
                <a:extLst>
                  <a:ext uri="{FF2B5EF4-FFF2-40B4-BE49-F238E27FC236}">
                    <a16:creationId xmlns:a16="http://schemas.microsoft.com/office/drawing/2014/main" id="{A803B9DD-7230-4E2D-A896-392231726CBE}"/>
                  </a:ext>
                </a:extLst>
              </p:cNvPr>
              <p:cNvSpPr/>
              <p:nvPr/>
            </p:nvSpPr>
            <p:spPr>
              <a:xfrm>
                <a:off x="7392573" y="-930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0" name="Rounded Rectangle 6">
                <a:extLst>
                  <a:ext uri="{FF2B5EF4-FFF2-40B4-BE49-F238E27FC236}">
                    <a16:creationId xmlns:a16="http://schemas.microsoft.com/office/drawing/2014/main" id="{C5A589D9-B7A4-4F9D-9B5A-757669BD376A}"/>
                  </a:ext>
                </a:extLst>
              </p:cNvPr>
              <p:cNvSpPr/>
              <p:nvPr/>
            </p:nvSpPr>
            <p:spPr>
              <a:xfrm>
                <a:off x="7371164" y="2952747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1" name="直接箭头连接符 520">
                <a:extLst>
                  <a:ext uri="{FF2B5EF4-FFF2-40B4-BE49-F238E27FC236}">
                    <a16:creationId xmlns:a16="http://schemas.microsoft.com/office/drawing/2014/main" id="{F46359C9-DFD7-44B5-88F1-34F27DEB3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37699" y="1052334"/>
                <a:ext cx="792000" cy="2296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BB344C9F-29BC-4BF9-9C23-D47E30C4D6F6}"/>
                  </a:ext>
                </a:extLst>
              </p:cNvPr>
              <p:cNvSpPr txBox="1"/>
              <p:nvPr/>
            </p:nvSpPr>
            <p:spPr>
              <a:xfrm>
                <a:off x="9083875" y="604122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03151411-4A16-4CAD-81DA-82D435D1E8E7}"/>
                  </a:ext>
                </a:extLst>
              </p:cNvPr>
              <p:cNvSpPr txBox="1"/>
              <p:nvPr/>
            </p:nvSpPr>
            <p:spPr>
              <a:xfrm>
                <a:off x="7347159" y="87501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5EE9A01A-F402-4296-9558-BD2DCC891FD8}"/>
                  </a:ext>
                </a:extLst>
              </p:cNvPr>
              <p:cNvGrpSpPr/>
              <p:nvPr/>
            </p:nvGrpSpPr>
            <p:grpSpPr>
              <a:xfrm rot="5400000">
                <a:off x="7911928" y="-67650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525" name="直接连接符 524">
                  <a:extLst>
                    <a:ext uri="{FF2B5EF4-FFF2-40B4-BE49-F238E27FC236}">
                      <a16:creationId xmlns:a16="http://schemas.microsoft.com/office/drawing/2014/main" id="{4D6967B5-6F31-4CCB-9650-6B64CC9AF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直接连接符 525">
                  <a:extLst>
                    <a:ext uri="{FF2B5EF4-FFF2-40B4-BE49-F238E27FC236}">
                      <a16:creationId xmlns:a16="http://schemas.microsoft.com/office/drawing/2014/main" id="{9CB9C000-690D-4292-B6F5-67437BC38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接连接符 526">
                  <a:extLst>
                    <a:ext uri="{FF2B5EF4-FFF2-40B4-BE49-F238E27FC236}">
                      <a16:creationId xmlns:a16="http://schemas.microsoft.com/office/drawing/2014/main" id="{666E265B-0ED0-4F7C-A7FF-0DFEC93F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接连接符 527">
                  <a:extLst>
                    <a:ext uri="{FF2B5EF4-FFF2-40B4-BE49-F238E27FC236}">
                      <a16:creationId xmlns:a16="http://schemas.microsoft.com/office/drawing/2014/main" id="{ACC86DCB-069E-4A82-9AFF-DF8CC8CC0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接连接符 528">
                  <a:extLst>
                    <a:ext uri="{FF2B5EF4-FFF2-40B4-BE49-F238E27FC236}">
                      <a16:creationId xmlns:a16="http://schemas.microsoft.com/office/drawing/2014/main" id="{AB02D7AF-270B-4D4D-9C10-96263B3F5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接连接符 529">
                  <a:extLst>
                    <a:ext uri="{FF2B5EF4-FFF2-40B4-BE49-F238E27FC236}">
                      <a16:creationId xmlns:a16="http://schemas.microsoft.com/office/drawing/2014/main" id="{44D9F018-07EE-4CB0-A78C-17FC9469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连接符 530">
                  <a:extLst>
                    <a:ext uri="{FF2B5EF4-FFF2-40B4-BE49-F238E27FC236}">
                      <a16:creationId xmlns:a16="http://schemas.microsoft.com/office/drawing/2014/main" id="{57B100A9-9784-4121-AC96-36B98C5CD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AE25395D-AE01-4BD4-92B8-13C4E8B2C3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389299" y="391978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EE1EC84E-37B0-4D7F-B748-B671F34945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430956" y="3606533"/>
                <a:ext cx="0" cy="792000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A851BE0-ED4A-408E-BFCC-ACF2FE20BA86}"/>
                  </a:ext>
                </a:extLst>
              </p:cNvPr>
              <p:cNvSpPr txBox="1"/>
              <p:nvPr/>
            </p:nvSpPr>
            <p:spPr>
              <a:xfrm>
                <a:off x="9116076" y="3563972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0.30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F5217D0-B0E0-4579-A46D-8214416D0D12}"/>
                  </a:ext>
                </a:extLst>
              </p:cNvPr>
              <p:cNvSpPr txBox="1"/>
              <p:nvPr/>
            </p:nvSpPr>
            <p:spPr>
              <a:xfrm>
                <a:off x="7284520" y="3785708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586" name="直接箭头连接符 585">
                <a:extLst>
                  <a:ext uri="{FF2B5EF4-FFF2-40B4-BE49-F238E27FC236}">
                    <a16:creationId xmlns:a16="http://schemas.microsoft.com/office/drawing/2014/main" id="{74259434-0138-4C1F-90FE-E4A0A902B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34272" y="1978917"/>
                <a:ext cx="7192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804820C0-B95E-4C32-B7EF-56E1F2BB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4659" y="1947719"/>
                <a:ext cx="5155" cy="972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3302A0DF-9BCE-4312-9DC7-758194A57073}"/>
                  </a:ext>
                </a:extLst>
              </p:cNvPr>
              <p:cNvSpPr txBox="1"/>
              <p:nvPr/>
            </p:nvSpPr>
            <p:spPr>
              <a:xfrm>
                <a:off x="8198782" y="2273908"/>
                <a:ext cx="843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-0.01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130AC46B-FDB4-4234-B760-97FF1FD2E036}"/>
                  </a:ext>
                </a:extLst>
              </p:cNvPr>
              <p:cNvSpPr txBox="1"/>
              <p:nvPr/>
            </p:nvSpPr>
            <p:spPr>
              <a:xfrm>
                <a:off x="10591436" y="2225821"/>
                <a:ext cx="703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0.05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BEA18792-1FDC-46C6-A96D-33CA31D90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1834" y="4915158"/>
                <a:ext cx="1098000" cy="936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接箭头连接符 591">
                <a:extLst>
                  <a:ext uri="{FF2B5EF4-FFF2-40B4-BE49-F238E27FC236}">
                    <a16:creationId xmlns:a16="http://schemas.microsoft.com/office/drawing/2014/main" id="{19C1AE7E-0802-4AA6-A8F6-263A6A1A9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80144" y="4950049"/>
                <a:ext cx="1216907" cy="900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E4E05405-57CB-4AC3-93CE-8F80F1443B92}"/>
                  </a:ext>
                </a:extLst>
              </p:cNvPr>
              <p:cNvSpPr txBox="1"/>
              <p:nvPr/>
            </p:nvSpPr>
            <p:spPr>
              <a:xfrm>
                <a:off x="8210705" y="5238969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0.13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92691E8A-B9B2-4452-AF95-E5442AED5A03}"/>
                  </a:ext>
                </a:extLst>
              </p:cNvPr>
              <p:cNvSpPr txBox="1"/>
              <p:nvPr/>
            </p:nvSpPr>
            <p:spPr>
              <a:xfrm>
                <a:off x="10122152" y="5254616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5" name="组合 594">
                <a:extLst>
                  <a:ext uri="{FF2B5EF4-FFF2-40B4-BE49-F238E27FC236}">
                    <a16:creationId xmlns:a16="http://schemas.microsoft.com/office/drawing/2014/main" id="{BDA928A7-8978-495B-9178-FB9A3FD268AC}"/>
                  </a:ext>
                </a:extLst>
              </p:cNvPr>
              <p:cNvGrpSpPr/>
              <p:nvPr/>
            </p:nvGrpSpPr>
            <p:grpSpPr>
              <a:xfrm rot="5400000">
                <a:off x="8173190" y="3125404"/>
                <a:ext cx="5951782" cy="1657355"/>
                <a:chOff x="503426" y="3070002"/>
                <a:chExt cx="8402400" cy="3462525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AEF5FBB0-DBC0-4B7E-81B7-0A0302F1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箭头连接符 596">
                  <a:extLst>
                    <a:ext uri="{FF2B5EF4-FFF2-40B4-BE49-F238E27FC236}">
                      <a16:creationId xmlns:a16="http://schemas.microsoft.com/office/drawing/2014/main" id="{F4859C36-A8A3-4400-8718-D458C514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63926" y="4802680"/>
                  <a:ext cx="3459695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B238F7DA-D3AD-4400-A12D-161336AC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56DF850-EF14-4BA9-B3B0-36D4D5117CE1}"/>
                  </a:ext>
                </a:extLst>
              </p:cNvPr>
              <p:cNvSpPr txBox="1"/>
              <p:nvPr/>
            </p:nvSpPr>
            <p:spPr>
              <a:xfrm>
                <a:off x="10619949" y="6601563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B109711E-6F3B-4A86-920E-3A6E2B40968D}"/>
                  </a:ext>
                </a:extLst>
              </p:cNvPr>
              <p:cNvGrpSpPr/>
              <p:nvPr/>
            </p:nvGrpSpPr>
            <p:grpSpPr>
              <a:xfrm rot="16200000" flipH="1">
                <a:off x="4751566" y="3119954"/>
                <a:ext cx="5919262" cy="1699835"/>
                <a:chOff x="512698" y="3069996"/>
                <a:chExt cx="8356488" cy="4120917"/>
              </a:xfrm>
            </p:grpSpPr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C65985F3-CDE8-42BE-B4E3-7B6C9F17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5641" y="3069996"/>
                  <a:ext cx="8284121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直接箭头连接符 601">
                  <a:extLst>
                    <a:ext uri="{FF2B5EF4-FFF2-40B4-BE49-F238E27FC236}">
                      <a16:creationId xmlns:a16="http://schemas.microsoft.com/office/drawing/2014/main" id="{F99A8E9D-A869-4F94-8C06-19EE7862F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818227" y="5139955"/>
                  <a:ext cx="4101917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>
                  <a:extLst>
                    <a:ext uri="{FF2B5EF4-FFF2-40B4-BE49-F238E27FC236}">
                      <a16:creationId xmlns:a16="http://schemas.microsoft.com/office/drawing/2014/main" id="{F86E3884-0FD6-4235-B155-D5F0EDFA5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698" y="3070841"/>
                  <a:ext cx="0" cy="1134572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A75ADA31-EFDB-4274-84DC-E4DAC4C54C04}"/>
                  </a:ext>
                </a:extLst>
              </p:cNvPr>
              <p:cNvSpPr txBox="1"/>
              <p:nvPr/>
            </p:nvSpPr>
            <p:spPr>
              <a:xfrm>
                <a:off x="7425874" y="6601563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-0.06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0" name="组合 609">
                <a:extLst>
                  <a:ext uri="{FF2B5EF4-FFF2-40B4-BE49-F238E27FC236}">
                    <a16:creationId xmlns:a16="http://schemas.microsoft.com/office/drawing/2014/main" id="{81EB0120-23AD-479E-93E2-03A048F824AF}"/>
                  </a:ext>
                </a:extLst>
              </p:cNvPr>
              <p:cNvGrpSpPr/>
              <p:nvPr/>
            </p:nvGrpSpPr>
            <p:grpSpPr>
              <a:xfrm>
                <a:off x="8522094" y="5921241"/>
                <a:ext cx="1794615" cy="1908000"/>
                <a:chOff x="2666010" y="4569670"/>
                <a:chExt cx="1794615" cy="1908000"/>
              </a:xfrm>
            </p:grpSpPr>
            <p:pic>
              <p:nvPicPr>
                <p:cNvPr id="611" name="图形 610" descr="盆花">
                  <a:extLst>
                    <a:ext uri="{FF2B5EF4-FFF2-40B4-BE49-F238E27FC236}">
                      <a16:creationId xmlns:a16="http://schemas.microsoft.com/office/drawing/2014/main" id="{DA6777C5-05F0-418B-8D71-A8D290C0E5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3087026" y="5415634"/>
                  <a:ext cx="969509" cy="114998"/>
                </a:xfrm>
                <a:prstGeom prst="rect">
                  <a:avLst/>
                </a:prstGeom>
              </p:spPr>
            </p:pic>
            <p:grpSp>
              <p:nvGrpSpPr>
                <p:cNvPr id="612" name="组合 611">
                  <a:extLst>
                    <a:ext uri="{FF2B5EF4-FFF2-40B4-BE49-F238E27FC236}">
                      <a16:creationId xmlns:a16="http://schemas.microsoft.com/office/drawing/2014/main" id="{7F3453EE-F669-418E-ADC0-51E9D332DD1A}"/>
                    </a:ext>
                  </a:extLst>
                </p:cNvPr>
                <p:cNvGrpSpPr/>
                <p:nvPr/>
              </p:nvGrpSpPr>
              <p:grpSpPr>
                <a:xfrm>
                  <a:off x="2666010" y="4569670"/>
                  <a:ext cx="1794615" cy="1908000"/>
                  <a:chOff x="2673608" y="4597822"/>
                  <a:chExt cx="1794615" cy="1908000"/>
                </a:xfrm>
              </p:grpSpPr>
              <p:sp>
                <p:nvSpPr>
                  <p:cNvPr id="613" name="Rounded Rectangle 6">
                    <a:extLst>
                      <a:ext uri="{FF2B5EF4-FFF2-40B4-BE49-F238E27FC236}">
                        <a16:creationId xmlns:a16="http://schemas.microsoft.com/office/drawing/2014/main" id="{92D2D7A0-601E-4B0D-A5FD-94F3FC1445C9}"/>
                      </a:ext>
                    </a:extLst>
                  </p:cNvPr>
                  <p:cNvSpPr/>
                  <p:nvPr/>
                </p:nvSpPr>
                <p:spPr>
                  <a:xfrm>
                    <a:off x="2807413" y="4597822"/>
                    <a:ext cx="1604833" cy="1908000"/>
                  </a:xfrm>
                  <a:prstGeom prst="roundRect">
                    <a:avLst/>
                  </a:prstGeom>
                  <a:solidFill>
                    <a:srgbClr val="1E908C">
                      <a:alpha val="5098"/>
                    </a:srgbClr>
                  </a:solidFill>
                  <a:ln w="9525">
                    <a:solidFill>
                      <a:srgbClr val="1E908C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14" name="文本框 613">
                    <a:extLst>
                      <a:ext uri="{FF2B5EF4-FFF2-40B4-BE49-F238E27FC236}">
                        <a16:creationId xmlns:a16="http://schemas.microsoft.com/office/drawing/2014/main" id="{694FDB83-AD3A-46B9-9DF8-55364CC50293}"/>
                      </a:ext>
                    </a:extLst>
                  </p:cNvPr>
                  <p:cNvSpPr txBox="1"/>
                  <p:nvPr/>
                </p:nvSpPr>
                <p:spPr>
                  <a:xfrm>
                    <a:off x="2673608" y="5491245"/>
                    <a:ext cx="1794615" cy="726609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Dominance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probability</a:t>
                    </a:r>
                  </a:p>
                </p:txBody>
              </p:sp>
            </p:grpSp>
          </p:grpSp>
          <p:pic>
            <p:nvPicPr>
              <p:cNvPr id="624" name="图形 623">
                <a:extLst>
                  <a:ext uri="{FF2B5EF4-FFF2-40B4-BE49-F238E27FC236}">
                    <a16:creationId xmlns:a16="http://schemas.microsoft.com/office/drawing/2014/main" id="{FE472649-ED99-4A9E-94A7-EE319A55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7630260" y="2928140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625" name="直接连接符 624">
                <a:extLst>
                  <a:ext uri="{FF2B5EF4-FFF2-40B4-BE49-F238E27FC236}">
                    <a16:creationId xmlns:a16="http://schemas.microsoft.com/office/drawing/2014/main" id="{F1EA217E-C2B7-4E46-B6F3-7F5368875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04025" y="3094171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接连接符 625">
                <a:extLst>
                  <a:ext uri="{FF2B5EF4-FFF2-40B4-BE49-F238E27FC236}">
                    <a16:creationId xmlns:a16="http://schemas.microsoft.com/office/drawing/2014/main" id="{AAEA1F74-07D3-418A-88D2-3CD162D9C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53276" y="3483175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接箭头连接符 626">
                <a:extLst>
                  <a:ext uri="{FF2B5EF4-FFF2-40B4-BE49-F238E27FC236}">
                    <a16:creationId xmlns:a16="http://schemas.microsoft.com/office/drawing/2014/main" id="{44E1F966-EB19-4AC0-8A22-E1D1F28AC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26013" y="3836323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0.08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0.11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t="-10000" r="-2646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/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47FC16B-EED6-4EA2-B036-F338A7E667EC}"/>
                  </a:ext>
                </a:extLst>
              </p:cNvPr>
              <p:cNvSpPr txBox="1"/>
              <p:nvPr/>
            </p:nvSpPr>
            <p:spPr>
              <a:xfrm>
                <a:off x="7897898" y="7888837"/>
                <a:ext cx="326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Fisher’s C = 1.942, </a:t>
                </a:r>
                <a:r>
                  <a:rPr lang="en-US" altLang="zh-CN" i="1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0.379</a:t>
                </a:r>
              </a:p>
            </p:txBody>
          </p: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CF2ED147-821A-4ADF-8F31-CED1340FBF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81986" y="1993002"/>
                <a:ext cx="1927716" cy="920029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DC2C40A-7BE1-469B-9B15-FCB7F0885C90}"/>
                  </a:ext>
                </a:extLst>
              </p:cNvPr>
              <p:cNvSpPr txBox="1"/>
              <p:nvPr/>
            </p:nvSpPr>
            <p:spPr>
              <a:xfrm>
                <a:off x="9344176" y="2372623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0.02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0CD9F140-980B-493B-BF3E-E513AB5A5754}"/>
                  </a:ext>
                </a:extLst>
              </p:cNvPr>
              <p:cNvGrpSpPr/>
              <p:nvPr/>
            </p:nvGrpSpPr>
            <p:grpSpPr>
              <a:xfrm>
                <a:off x="9757001" y="2903230"/>
                <a:ext cx="1764000" cy="1952872"/>
                <a:chOff x="3862975" y="2867988"/>
                <a:chExt cx="1764000" cy="1952872"/>
              </a:xfrm>
            </p:grpSpPr>
            <p:grpSp>
              <p:nvGrpSpPr>
                <p:cNvPr id="228" name="组合 227">
                  <a:extLst>
                    <a:ext uri="{FF2B5EF4-FFF2-40B4-BE49-F238E27FC236}">
                      <a16:creationId xmlns:a16="http://schemas.microsoft.com/office/drawing/2014/main" id="{A29B7E7A-0984-4925-A801-CF6BBB899E87}"/>
                    </a:ext>
                  </a:extLst>
                </p:cNvPr>
                <p:cNvGrpSpPr/>
                <p:nvPr/>
              </p:nvGrpSpPr>
              <p:grpSpPr>
                <a:xfrm>
                  <a:off x="3862975" y="2867988"/>
                  <a:ext cx="1764000" cy="1952872"/>
                  <a:chOff x="4023707" y="2901877"/>
                  <a:chExt cx="1764000" cy="1952872"/>
                </a:xfrm>
              </p:grpSpPr>
              <p:sp>
                <p:nvSpPr>
                  <p:cNvPr id="230" name="Rounded Rectangle 6">
                    <a:extLst>
                      <a:ext uri="{FF2B5EF4-FFF2-40B4-BE49-F238E27FC236}">
                        <a16:creationId xmlns:a16="http://schemas.microsoft.com/office/drawing/2014/main" id="{30DD37EC-DB0E-4615-8E94-AB2CFCA1C340}"/>
                      </a:ext>
                    </a:extLst>
                  </p:cNvPr>
                  <p:cNvSpPr/>
                  <p:nvPr/>
                </p:nvSpPr>
                <p:spPr>
                  <a:xfrm>
                    <a:off x="4104144" y="2946749"/>
                    <a:ext cx="1604833" cy="1908000"/>
                  </a:xfrm>
                  <a:prstGeom prst="roundRect">
                    <a:avLst/>
                  </a:prstGeom>
                  <a:solidFill>
                    <a:srgbClr val="DD8452">
                      <a:alpha val="5098"/>
                    </a:srgbClr>
                  </a:solidFill>
                  <a:ln w="9525">
                    <a:solidFill>
                      <a:srgbClr val="DD84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31" name="组合 230">
                    <a:extLst>
                      <a:ext uri="{FF2B5EF4-FFF2-40B4-BE49-F238E27FC236}">
                        <a16:creationId xmlns:a16="http://schemas.microsoft.com/office/drawing/2014/main" id="{A4CA8C2B-3931-4977-BA96-199CA094A1C4}"/>
                      </a:ext>
                    </a:extLst>
                  </p:cNvPr>
                  <p:cNvGrpSpPr/>
                  <p:nvPr/>
                </p:nvGrpSpPr>
                <p:grpSpPr>
                  <a:xfrm>
                    <a:off x="4670666" y="3024780"/>
                    <a:ext cx="488265" cy="412025"/>
                    <a:chOff x="6337606" y="3882161"/>
                    <a:chExt cx="449433" cy="379256"/>
                  </a:xfrm>
                </p:grpSpPr>
                <p:cxnSp>
                  <p:nvCxnSpPr>
                    <p:cNvPr id="234" name="直接连接符 233">
                      <a:extLst>
                        <a:ext uri="{FF2B5EF4-FFF2-40B4-BE49-F238E27FC236}">
                          <a16:creationId xmlns:a16="http://schemas.microsoft.com/office/drawing/2014/main" id="{652B0C09-59FE-44F5-8AE0-C0C34DEA40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337606" y="3882161"/>
                      <a:ext cx="432000" cy="1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5" name="直接连接符 234">
                      <a:extLst>
                        <a:ext uri="{FF2B5EF4-FFF2-40B4-BE49-F238E27FC236}">
                          <a16:creationId xmlns:a16="http://schemas.microsoft.com/office/drawing/2014/main" id="{DDDEA624-E57B-4956-871A-1268B21887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21355" y="4261417"/>
                      <a:ext cx="165684" cy="0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2" name="文本框 231">
                    <a:extLst>
                      <a:ext uri="{FF2B5EF4-FFF2-40B4-BE49-F238E27FC236}">
                        <a16:creationId xmlns:a16="http://schemas.microsoft.com/office/drawing/2014/main" id="{D3D1D33F-3BFB-4CEC-920A-1B2630BD06AA}"/>
                      </a:ext>
                    </a:extLst>
                  </p:cNvPr>
                  <p:cNvSpPr txBox="1"/>
                  <p:nvPr/>
                </p:nvSpPr>
                <p:spPr>
                  <a:xfrm>
                    <a:off x="4023707" y="3771378"/>
                    <a:ext cx="1764000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Relative fitness  difference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</a:t>
                    </a:r>
                    <a:r>
                      <a:rPr lang="en-US" altLang="zh-CN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RFD</a:t>
                    </a:r>
                    <a:r>
                      <a:rPr lang="en-US" altLang="zh-CN" baseline="-25000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pic>
                <p:nvPicPr>
                  <p:cNvPr id="233" name="图形 232">
                    <a:extLst>
                      <a:ext uri="{FF2B5EF4-FFF2-40B4-BE49-F238E27FC236}">
                        <a16:creationId xmlns:a16="http://schemas.microsoft.com/office/drawing/2014/main" id="{C5100A13-839B-4078-B06B-872B0EA8DD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14485"/>
                  <a:stretch/>
                </p:blipFill>
                <p:spPr>
                  <a:xfrm>
                    <a:off x="4354242" y="2901877"/>
                    <a:ext cx="967331" cy="93474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229" name="直接箭头连接符 228">
                  <a:extLst>
                    <a:ext uri="{FF2B5EF4-FFF2-40B4-BE49-F238E27FC236}">
                      <a16:creationId xmlns:a16="http://schemas.microsoft.com/office/drawing/2014/main" id="{865FF032-E91E-4A2D-B8B9-7D5D7CECF7B9}"/>
                    </a:ext>
                  </a:extLst>
                </p:cNvPr>
                <p:cNvCxnSpPr/>
                <p:nvPr/>
              </p:nvCxnSpPr>
              <p:spPr>
                <a:xfrm>
                  <a:off x="4919186" y="3015213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61" name="图形 260" descr="无茎花朵">
                <a:extLst>
                  <a:ext uri="{FF2B5EF4-FFF2-40B4-BE49-F238E27FC236}">
                    <a16:creationId xmlns:a16="http://schemas.microsoft.com/office/drawing/2014/main" id="{34309A31-6BA5-4969-BE50-3D4B219A1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7633586" y="611370"/>
                <a:ext cx="426720" cy="426720"/>
              </a:xfrm>
              <a:prstGeom prst="rect">
                <a:avLst/>
              </a:prstGeom>
            </p:spPr>
          </p:pic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9AFCFEDD-C6BA-47FD-8F2B-2ECFEC8981E2}"/>
                  </a:ext>
                </a:extLst>
              </p:cNvPr>
              <p:cNvSpPr txBox="1"/>
              <p:nvPr/>
            </p:nvSpPr>
            <p:spPr>
              <a:xfrm>
                <a:off x="9827726" y="85464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271" name="组合 270">
                <a:extLst>
                  <a:ext uri="{FF2B5EF4-FFF2-40B4-BE49-F238E27FC236}">
                    <a16:creationId xmlns:a16="http://schemas.microsoft.com/office/drawing/2014/main" id="{14835C0F-597A-40F4-A02F-78E22CF8C17D}"/>
                  </a:ext>
                </a:extLst>
              </p:cNvPr>
              <p:cNvGrpSpPr/>
              <p:nvPr/>
            </p:nvGrpSpPr>
            <p:grpSpPr>
              <a:xfrm>
                <a:off x="9848274" y="3618"/>
                <a:ext cx="1604833" cy="1908000"/>
                <a:chOff x="3841216" y="-2611"/>
                <a:chExt cx="1604833" cy="1908000"/>
              </a:xfrm>
            </p:grpSpPr>
            <p:cxnSp>
              <p:nvCxnSpPr>
                <p:cNvPr id="272" name="直接连接符 271">
                  <a:extLst>
                    <a:ext uri="{FF2B5EF4-FFF2-40B4-BE49-F238E27FC236}">
                      <a16:creationId xmlns:a16="http://schemas.microsoft.com/office/drawing/2014/main" id="{B06B0AD2-717E-44ED-97BC-12612AE0D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4E2257C4-90A9-443B-A5A1-CA0094D90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9" name="Rounded Rectangle 6">
                  <a:extLst>
                    <a:ext uri="{FF2B5EF4-FFF2-40B4-BE49-F238E27FC236}">
                      <a16:creationId xmlns:a16="http://schemas.microsoft.com/office/drawing/2014/main" id="{F3A8786F-6F6A-4B66-B428-8AAAAB5DC4E5}"/>
                    </a:ext>
                  </a:extLst>
                </p:cNvPr>
                <p:cNvSpPr/>
                <p:nvPr/>
              </p:nvSpPr>
              <p:spPr>
                <a:xfrm>
                  <a:off x="3841216" y="-2611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93" name="图形 292" descr="无茎花朵">
                  <a:extLst>
                    <a:ext uri="{FF2B5EF4-FFF2-40B4-BE49-F238E27FC236}">
                      <a16:creationId xmlns:a16="http://schemas.microsoft.com/office/drawing/2014/main" id="{777977B0-D619-423F-A7FF-C5D8595BF5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  <p:pic>
              <p:nvPicPr>
                <p:cNvPr id="292" name="图形 291" descr="盆花">
                  <a:extLst>
                    <a:ext uri="{FF2B5EF4-FFF2-40B4-BE49-F238E27FC236}">
                      <a16:creationId xmlns:a16="http://schemas.microsoft.com/office/drawing/2014/main" id="{D9302D3C-DB9C-444C-BBA8-F03399EFC6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</p:grpSp>
          <p:grpSp>
            <p:nvGrpSpPr>
              <p:cNvPr id="298" name="组合 297">
                <a:extLst>
                  <a:ext uri="{FF2B5EF4-FFF2-40B4-BE49-F238E27FC236}">
                    <a16:creationId xmlns:a16="http://schemas.microsoft.com/office/drawing/2014/main" id="{07C78A97-2605-4322-9272-F90FA48447C3}"/>
                  </a:ext>
                </a:extLst>
              </p:cNvPr>
              <p:cNvGrpSpPr/>
              <p:nvPr/>
            </p:nvGrpSpPr>
            <p:grpSpPr>
              <a:xfrm>
                <a:off x="9098766" y="6220994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9" name="图形 298" descr="三叶草">
                  <a:extLst>
                    <a:ext uri="{FF2B5EF4-FFF2-40B4-BE49-F238E27FC236}">
                      <a16:creationId xmlns:a16="http://schemas.microsoft.com/office/drawing/2014/main" id="{4D8AF229-1250-42D5-A5DF-7C5777639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0" name="图形 299" descr="鲜花">
                  <a:extLst>
                    <a:ext uri="{FF2B5EF4-FFF2-40B4-BE49-F238E27FC236}">
                      <a16:creationId xmlns:a16="http://schemas.microsoft.com/office/drawing/2014/main" id="{859638A8-385C-4FFD-8F29-CE76A16DA1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03" name="图形 302" descr="无茎花朵">
                <a:extLst>
                  <a:ext uri="{FF2B5EF4-FFF2-40B4-BE49-F238E27FC236}">
                    <a16:creationId xmlns:a16="http://schemas.microsoft.com/office/drawing/2014/main" id="{C88942A2-BA1D-44DB-90BD-F10ACF0C7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8034957" y="2971825"/>
                <a:ext cx="426720" cy="426720"/>
              </a:xfrm>
              <a:prstGeom prst="rect">
                <a:avLst/>
              </a:prstGeom>
            </p:spPr>
          </p:pic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EBB560C5-9CE7-497A-9E06-35EDCFE13B7B}"/>
                  </a:ext>
                </a:extLst>
              </p:cNvPr>
              <p:cNvGrpSpPr/>
              <p:nvPr/>
            </p:nvGrpSpPr>
            <p:grpSpPr>
              <a:xfrm>
                <a:off x="9427864" y="6322784"/>
                <a:ext cx="504018" cy="701360"/>
                <a:chOff x="10123044" y="307743"/>
                <a:chExt cx="569820" cy="792926"/>
              </a:xfrm>
            </p:grpSpPr>
            <p:pic>
              <p:nvPicPr>
                <p:cNvPr id="306" name="图形 305" descr="三叶草">
                  <a:extLst>
                    <a:ext uri="{FF2B5EF4-FFF2-40B4-BE49-F238E27FC236}">
                      <a16:creationId xmlns:a16="http://schemas.microsoft.com/office/drawing/2014/main" id="{08D26650-8777-44EF-B3D6-841D43155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7" name="图形 306" descr="鲜花">
                  <a:extLst>
                    <a:ext uri="{FF2B5EF4-FFF2-40B4-BE49-F238E27FC236}">
                      <a16:creationId xmlns:a16="http://schemas.microsoft.com/office/drawing/2014/main" id="{9C6135A7-3DBE-4A13-8AEB-A6D7E46F5B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0C8FE7F3-3F5E-4B7D-A5E2-E83ABCD751F3}"/>
                  </a:ext>
                </a:extLst>
              </p:cNvPr>
              <p:cNvGrpSpPr/>
              <p:nvPr/>
            </p:nvGrpSpPr>
            <p:grpSpPr>
              <a:xfrm>
                <a:off x="8868397" y="6351237"/>
                <a:ext cx="459949" cy="640037"/>
                <a:chOff x="10123044" y="307743"/>
                <a:chExt cx="569820" cy="792926"/>
              </a:xfrm>
            </p:grpSpPr>
            <p:pic>
              <p:nvPicPr>
                <p:cNvPr id="312" name="图形 311" descr="三叶草">
                  <a:extLst>
                    <a:ext uri="{FF2B5EF4-FFF2-40B4-BE49-F238E27FC236}">
                      <a16:creationId xmlns:a16="http://schemas.microsoft.com/office/drawing/2014/main" id="{E3428519-46C3-4046-9375-3F15F85543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13" name="图形 312" descr="鲜花">
                  <a:extLst>
                    <a:ext uri="{FF2B5EF4-FFF2-40B4-BE49-F238E27FC236}">
                      <a16:creationId xmlns:a16="http://schemas.microsoft.com/office/drawing/2014/main" id="{BBF6C22D-0E03-4764-8D71-541EE989E9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14" name="图形 313" descr="无茎花朵">
                <a:extLst>
                  <a:ext uri="{FF2B5EF4-FFF2-40B4-BE49-F238E27FC236}">
                    <a16:creationId xmlns:a16="http://schemas.microsoft.com/office/drawing/2014/main" id="{1B1BC0FA-305D-48F5-B3CF-5D0941398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9227290" y="5885981"/>
                <a:ext cx="477090" cy="477090"/>
              </a:xfrm>
              <a:prstGeom prst="rect">
                <a:avLst/>
              </a:prstGeom>
            </p:spPr>
          </p:pic>
          <p:pic>
            <p:nvPicPr>
              <p:cNvPr id="315" name="图形 314" descr="无茎花朵">
                <a:extLst>
                  <a:ext uri="{FF2B5EF4-FFF2-40B4-BE49-F238E27FC236}">
                    <a16:creationId xmlns:a16="http://schemas.microsoft.com/office/drawing/2014/main" id="{8687885B-3F9F-41B6-B002-48A827C15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8958659" y="6052347"/>
                <a:ext cx="419653" cy="419653"/>
              </a:xfrm>
              <a:prstGeom prst="rect">
                <a:avLst/>
              </a:prstGeom>
            </p:spPr>
          </p:pic>
          <p:pic>
            <p:nvPicPr>
              <p:cNvPr id="316" name="图形 315" descr="无茎花朵">
                <a:extLst>
                  <a:ext uri="{FF2B5EF4-FFF2-40B4-BE49-F238E27FC236}">
                    <a16:creationId xmlns:a16="http://schemas.microsoft.com/office/drawing/2014/main" id="{80A077C0-1D95-416C-AF5A-41E3BB5FD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9548541" y="6034956"/>
                <a:ext cx="412158" cy="412158"/>
              </a:xfrm>
              <a:prstGeom prst="rect">
                <a:avLst/>
              </a:prstGeom>
            </p:spPr>
          </p:pic>
        </p:grp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4699187F-567C-41B7-8EB4-AF14E8EA9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864" y="501671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758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15211</TotalTime>
  <Words>451</Words>
  <Application>Microsoft Office PowerPoint</Application>
  <PresentationFormat>宽屏</PresentationFormat>
  <Paragraphs>176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 yao</dc:creator>
  <cp:lastModifiedBy>qi yao</cp:lastModifiedBy>
  <cp:revision>295</cp:revision>
  <dcterms:created xsi:type="dcterms:W3CDTF">2023-09-04T11:58:12Z</dcterms:created>
  <dcterms:modified xsi:type="dcterms:W3CDTF">2026-06-05T11:44:53Z</dcterms:modified>
</cp:coreProperties>
</file>