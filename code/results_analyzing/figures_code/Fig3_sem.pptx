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4"/>
  </p:notesMasterIdLst>
  <p:sldIdLst>
    <p:sldId id="281" r:id="rId2"/>
    <p:sldId id="300" r:id="rId3"/>
    <p:sldId id="304" r:id="rId4"/>
    <p:sldId id="286" r:id="rId5"/>
    <p:sldId id="288" r:id="rId6"/>
    <p:sldId id="291" r:id="rId7"/>
    <p:sldId id="289" r:id="rId8"/>
    <p:sldId id="294" r:id="rId9"/>
    <p:sldId id="295" r:id="rId10"/>
    <p:sldId id="296" r:id="rId11"/>
    <p:sldId id="299" r:id="rId12"/>
    <p:sldId id="30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4B4"/>
    <a:srgbClr val="B5B4B1"/>
    <a:srgbClr val="A8ACB2"/>
    <a:srgbClr val="5F5F5F"/>
    <a:srgbClr val="DD8452"/>
    <a:srgbClr val="7D7D7D"/>
    <a:srgbClr val="C9C9C9"/>
    <a:srgbClr val="1E908C"/>
    <a:srgbClr val="D0D0D0"/>
    <a:srgbClr val="C44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12" autoAdjust="0"/>
    <p:restoredTop sz="97321" autoAdjust="0"/>
  </p:normalViewPr>
  <p:slideViewPr>
    <p:cSldViewPr snapToGrid="0">
      <p:cViewPr>
        <p:scale>
          <a:sx n="69" d="100"/>
          <a:sy n="69" d="100"/>
        </p:scale>
        <p:origin x="-6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EFE3-F6FE-4C1F-93ED-174AA7084EC3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EBF1-768F-45BF-B088-FD25601DCB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2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24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440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9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8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62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04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11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16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96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02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5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EB20-3A8D-40C9-9E3C-B22CFB0A9EFF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17.emf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5" Type="http://schemas.openxmlformats.org/officeDocument/2006/relationships/image" Target="../media/image19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0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150.png"/><Relationship Id="rId18" Type="http://schemas.openxmlformats.org/officeDocument/2006/relationships/image" Target="../media/image29.svg"/><Relationship Id="rId26" Type="http://schemas.openxmlformats.org/officeDocument/2006/relationships/image" Target="../media/image37.svg"/><Relationship Id="rId3" Type="http://schemas.openxmlformats.org/officeDocument/2006/relationships/image" Target="../media/image20.png"/><Relationship Id="rId21" Type="http://schemas.openxmlformats.org/officeDocument/2006/relationships/image" Target="../media/image32.png"/><Relationship Id="rId7" Type="http://schemas.openxmlformats.org/officeDocument/2006/relationships/image" Target="../media/image24.png"/><Relationship Id="rId12" Type="http://schemas.openxmlformats.org/officeDocument/2006/relationships/image" Target="../media/image1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130.png"/><Relationship Id="rId24" Type="http://schemas.openxmlformats.org/officeDocument/2006/relationships/image" Target="../media/image35.svg"/><Relationship Id="rId32" Type="http://schemas.openxmlformats.org/officeDocument/2006/relationships/image" Target="../media/image43.svg"/><Relationship Id="rId5" Type="http://schemas.openxmlformats.org/officeDocument/2006/relationships/image" Target="../media/image22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svg"/><Relationship Id="rId10" Type="http://schemas.openxmlformats.org/officeDocument/2006/relationships/image" Target="../media/image2.sv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21.svg"/><Relationship Id="rId9" Type="http://schemas.openxmlformats.org/officeDocument/2006/relationships/image" Target="../media/image1.png"/><Relationship Id="rId14" Type="http://schemas.openxmlformats.org/officeDocument/2006/relationships/image" Target="../media/image16.svg"/><Relationship Id="rId22" Type="http://schemas.openxmlformats.org/officeDocument/2006/relationships/image" Target="../media/image33.svg"/><Relationship Id="rId27" Type="http://schemas.openxmlformats.org/officeDocument/2006/relationships/image" Target="../media/image38.png"/><Relationship Id="rId30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46.png"/><Relationship Id="rId1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150.png"/><Relationship Id="rId12" Type="http://schemas.openxmlformats.org/officeDocument/2006/relationships/image" Target="../media/image45.sv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4.png"/><Relationship Id="rId5" Type="http://schemas.openxmlformats.org/officeDocument/2006/relationships/image" Target="../media/image130.png"/><Relationship Id="rId1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4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48.png"/><Relationship Id="rId18" Type="http://schemas.openxmlformats.org/officeDocument/2006/relationships/image" Target="../media/image13.png"/><Relationship Id="rId3" Type="http://schemas.openxmlformats.org/officeDocument/2006/relationships/image" Target="../media/image9.png"/><Relationship Id="rId21" Type="http://schemas.openxmlformats.org/officeDocument/2006/relationships/image" Target="../media/image16.svg"/><Relationship Id="rId7" Type="http://schemas.openxmlformats.org/officeDocument/2006/relationships/image" Target="../media/image7.png"/><Relationship Id="rId12" Type="http://schemas.openxmlformats.org/officeDocument/2006/relationships/image" Target="../media/image47.png"/><Relationship Id="rId17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460.png"/><Relationship Id="rId5" Type="http://schemas.openxmlformats.org/officeDocument/2006/relationships/image" Target="../media/image3.png"/><Relationship Id="rId15" Type="http://schemas.openxmlformats.org/officeDocument/2006/relationships/image" Target="../media/image6.svg"/><Relationship Id="rId10" Type="http://schemas.openxmlformats.org/officeDocument/2006/relationships/image" Target="../media/image2.svg"/><Relationship Id="rId19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.png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15.png"/><Relationship Id="rId18" Type="http://schemas.openxmlformats.org/officeDocument/2006/relationships/image" Target="../media/image14.svg"/><Relationship Id="rId3" Type="http://schemas.openxmlformats.org/officeDocument/2006/relationships/image" Target="../media/image49.png"/><Relationship Id="rId21" Type="http://schemas.openxmlformats.org/officeDocument/2006/relationships/image" Target="../media/image59.png"/><Relationship Id="rId7" Type="http://schemas.openxmlformats.org/officeDocument/2006/relationships/image" Target="../media/image1.png"/><Relationship Id="rId12" Type="http://schemas.openxmlformats.org/officeDocument/2006/relationships/image" Target="../media/image12.sv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.sv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10" Type="http://schemas.openxmlformats.org/officeDocument/2006/relationships/image" Target="../media/image6.svg"/><Relationship Id="rId19" Type="http://schemas.openxmlformats.org/officeDocument/2006/relationships/image" Target="../media/image57.png"/><Relationship Id="rId4" Type="http://schemas.openxmlformats.org/officeDocument/2006/relationships/image" Target="../media/image50.svg"/><Relationship Id="rId9" Type="http://schemas.openxmlformats.org/officeDocument/2006/relationships/image" Target="../media/image5.png"/><Relationship Id="rId1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65.png"/><Relationship Id="rId3" Type="http://schemas.openxmlformats.org/officeDocument/2006/relationships/image" Target="../media/image1.png"/><Relationship Id="rId21" Type="http://schemas.openxmlformats.org/officeDocument/2006/relationships/image" Target="../media/image62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sv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6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50.svg"/><Relationship Id="rId10" Type="http://schemas.openxmlformats.org/officeDocument/2006/relationships/image" Target="../media/image8.svg"/><Relationship Id="rId19" Type="http://schemas.openxmlformats.org/officeDocument/2006/relationships/image" Target="../media/image60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svg"/><Relationship Id="rId18" Type="http://schemas.openxmlformats.org/officeDocument/2006/relationships/image" Target="../media/image53.png"/><Relationship Id="rId3" Type="http://schemas.openxmlformats.org/officeDocument/2006/relationships/image" Target="../media/image17.emf"/><Relationship Id="rId21" Type="http://schemas.openxmlformats.org/officeDocument/2006/relationships/image" Target="../media/image56.png"/><Relationship Id="rId7" Type="http://schemas.openxmlformats.org/officeDocument/2006/relationships/image" Target="../media/image52.png"/><Relationship Id="rId12" Type="http://schemas.openxmlformats.org/officeDocument/2006/relationships/image" Target="../media/image15.png"/><Relationship Id="rId1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23" Type="http://schemas.openxmlformats.org/officeDocument/2006/relationships/image" Target="../media/image67.svg"/><Relationship Id="rId10" Type="http://schemas.openxmlformats.org/officeDocument/2006/relationships/image" Target="../media/image9.png"/><Relationship Id="rId19" Type="http://schemas.openxmlformats.org/officeDocument/2006/relationships/image" Target="../media/image54.png"/><Relationship Id="rId4" Type="http://schemas.openxmlformats.org/officeDocument/2006/relationships/image" Target="../media/image1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Relationship Id="rId22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844E180-BCD7-47C7-8E98-F2F073B62F89}"/>
              </a:ext>
            </a:extLst>
          </p:cNvPr>
          <p:cNvGrpSpPr/>
          <p:nvPr/>
        </p:nvGrpSpPr>
        <p:grpSpPr>
          <a:xfrm>
            <a:off x="848764" y="1306633"/>
            <a:ext cx="10952367" cy="4292354"/>
            <a:chOff x="848764" y="1292985"/>
            <a:chExt cx="10952367" cy="4292354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F455502-6EC2-40AD-B7CF-202ABBD77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4144" y="2998567"/>
              <a:ext cx="2489" cy="936000"/>
            </a:xfrm>
            <a:prstGeom prst="straightConnector1">
              <a:avLst/>
            </a:prstGeom>
            <a:ln w="38100">
              <a:solidFill>
                <a:srgbClr val="C9C9C9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49966B76-D22F-4FBE-A77E-65B54621A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719" y="2643121"/>
              <a:ext cx="1502364" cy="166749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B4D7684-4C0C-46C4-A2C8-8BD0FE793370}"/>
                </a:ext>
              </a:extLst>
            </p:cNvPr>
            <p:cNvCxnSpPr>
              <a:cxnSpLocks/>
            </p:cNvCxnSpPr>
            <p:nvPr/>
          </p:nvCxnSpPr>
          <p:spPr>
            <a:xfrm>
              <a:off x="3503622" y="4445314"/>
              <a:ext cx="1458405" cy="4802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5F15B49-9312-4C40-8767-9B42AD1A6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5880" y="2474620"/>
              <a:ext cx="1494203" cy="357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7ADDC02-9715-4253-ADC4-35D21B6EEB42}"/>
                </a:ext>
              </a:extLst>
            </p:cNvPr>
            <p:cNvCxnSpPr>
              <a:cxnSpLocks/>
            </p:cNvCxnSpPr>
            <p:nvPr/>
          </p:nvCxnSpPr>
          <p:spPr>
            <a:xfrm>
              <a:off x="7683630" y="2474620"/>
              <a:ext cx="1416921" cy="925642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02523F8D-C086-4942-B1F7-5678CE3F3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8004" y="3542210"/>
              <a:ext cx="1474308" cy="865676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A1E640E-42CF-4431-85C0-3807E8CEDAF9}"/>
                </a:ext>
              </a:extLst>
            </p:cNvPr>
            <p:cNvSpPr txBox="1"/>
            <p:nvPr/>
          </p:nvSpPr>
          <p:spPr>
            <a:xfrm>
              <a:off x="5014974" y="2022501"/>
              <a:ext cx="2599200" cy="959767"/>
            </a:xfrm>
            <a:prstGeom prst="roundRect">
              <a:avLst/>
            </a:prstGeom>
            <a:solidFill>
              <a:srgbClr val="4C72B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difference (ND)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58965FB-5B98-4979-9C44-168F9F61CF8B}"/>
                </a:ext>
              </a:extLst>
            </p:cNvPr>
            <p:cNvSpPr txBox="1"/>
            <p:nvPr/>
          </p:nvSpPr>
          <p:spPr>
            <a:xfrm>
              <a:off x="5015857" y="4000116"/>
              <a:ext cx="2598317" cy="959767"/>
            </a:xfrm>
            <a:prstGeom prst="roundRect">
              <a:avLst/>
            </a:prstGeom>
            <a:solidFill>
              <a:srgbClr val="DD845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Relative fitness difference (RFD)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E9CE245-9620-4665-B214-7DB5D4A1E64F}"/>
                </a:ext>
              </a:extLst>
            </p:cNvPr>
            <p:cNvSpPr txBox="1"/>
            <p:nvPr/>
          </p:nvSpPr>
          <p:spPr>
            <a:xfrm>
              <a:off x="9201931" y="2751486"/>
              <a:ext cx="2599200" cy="1409252"/>
            </a:xfrm>
            <a:prstGeom prst="roundRect">
              <a:avLst/>
            </a:prstGeom>
            <a:solidFill>
              <a:srgbClr val="1E908C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Establishment or dominance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43BC8F3-2493-4E87-80A2-4E5A3991E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5183" y="1310462"/>
              <a:ext cx="8352000" cy="3619"/>
            </a:xfrm>
            <a:prstGeom prst="line">
              <a:avLst/>
            </a:prstGeom>
            <a:ln w="38100">
              <a:solidFill>
                <a:srgbClr val="C9C9C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C6425DC8-45A5-4886-9095-34139DAAF4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531" y="1292985"/>
              <a:ext cx="2547" cy="1404000"/>
            </a:xfrm>
            <a:prstGeom prst="straightConnector1">
              <a:avLst/>
            </a:prstGeom>
            <a:ln w="38100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C76767B-A65B-44B6-9FD6-1D3CA2D9C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4380" y="5537633"/>
              <a:ext cx="8352000" cy="28598"/>
            </a:xfrm>
            <a:prstGeom prst="line">
              <a:avLst/>
            </a:prstGeom>
            <a:ln w="38100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B1526707-F5EA-4A19-90EA-91660A9F5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8495" y="4206810"/>
              <a:ext cx="7079" cy="1378529"/>
            </a:xfrm>
            <a:prstGeom prst="straightConnector1">
              <a:avLst/>
            </a:prstGeom>
            <a:ln w="38100">
              <a:solidFill>
                <a:srgbClr val="C9C9C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0547045-4793-4AE3-927C-CF5A7FA94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5193" y="5000463"/>
              <a:ext cx="0" cy="522000"/>
            </a:xfrm>
            <a:prstGeom prst="line">
              <a:avLst/>
            </a:prstGeom>
            <a:ln w="38100" cap="rnd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ABAF8393-60C0-4C9A-8F4D-662CE6D55AE2}"/>
                </a:ext>
              </a:extLst>
            </p:cNvPr>
            <p:cNvCxnSpPr>
              <a:cxnSpLocks/>
            </p:cNvCxnSpPr>
            <p:nvPr/>
          </p:nvCxnSpPr>
          <p:spPr>
            <a:xfrm>
              <a:off x="6324514" y="3013648"/>
              <a:ext cx="0" cy="936000"/>
            </a:xfrm>
            <a:prstGeom prst="straightConnector1">
              <a:avLst/>
            </a:prstGeom>
            <a:ln w="38100">
              <a:solidFill>
                <a:srgbClr val="C9C9C9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72A74C0-5F1B-456D-A5DE-BCC8DAEDE354}"/>
                </a:ext>
              </a:extLst>
            </p:cNvPr>
            <p:cNvCxnSpPr>
              <a:cxnSpLocks/>
            </p:cNvCxnSpPr>
            <p:nvPr/>
          </p:nvCxnSpPr>
          <p:spPr>
            <a:xfrm>
              <a:off x="2153143" y="1323253"/>
              <a:ext cx="0" cy="622800"/>
            </a:xfrm>
            <a:prstGeom prst="line">
              <a:avLst/>
            </a:prstGeom>
            <a:ln w="38100" cap="rnd">
              <a:solidFill>
                <a:srgbClr val="C9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64CBCB9-E9C3-4748-BF96-BE6A7AD380E5}"/>
                </a:ext>
              </a:extLst>
            </p:cNvPr>
            <p:cNvSpPr txBox="1"/>
            <p:nvPr/>
          </p:nvSpPr>
          <p:spPr>
            <a:xfrm>
              <a:off x="1689543" y="3928498"/>
              <a:ext cx="11219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sz="2200" baseline="-25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endParaRPr lang="zh-CN" altLang="en-US" sz="2200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zh-CN" altLang="en-US" sz="22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4B86DFC-BCDB-4B9C-8C65-138847726BE5}"/>
                </a:ext>
              </a:extLst>
            </p:cNvPr>
            <p:cNvSpPr txBox="1"/>
            <p:nvPr/>
          </p:nvSpPr>
          <p:spPr>
            <a:xfrm>
              <a:off x="848974" y="2004343"/>
              <a:ext cx="2599200" cy="959767"/>
            </a:xfrm>
            <a:prstGeom prst="roundRect">
              <a:avLst/>
            </a:prstGeom>
            <a:solidFill>
              <a:srgbClr val="55A868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difference (PD)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042AFF0-C38A-44A4-BE38-65079A011AAE}"/>
                </a:ext>
              </a:extLst>
            </p:cNvPr>
            <p:cNvSpPr txBox="1"/>
            <p:nvPr/>
          </p:nvSpPr>
          <p:spPr>
            <a:xfrm>
              <a:off x="848764" y="3995314"/>
              <a:ext cx="2599200" cy="959767"/>
            </a:xfrm>
            <a:prstGeom prst="roundRect">
              <a:avLst/>
            </a:prstGeom>
            <a:solidFill>
              <a:srgbClr val="CCB974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difference (FD)</a:t>
              </a: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9A8295BE-C696-4641-A5AD-3197D71455DC}"/>
                </a:ext>
              </a:extLst>
            </p:cNvPr>
            <p:cNvCxnSpPr>
              <a:cxnSpLocks/>
            </p:cNvCxnSpPr>
            <p:nvPr/>
          </p:nvCxnSpPr>
          <p:spPr>
            <a:xfrm>
              <a:off x="3487821" y="2605691"/>
              <a:ext cx="1474206" cy="1753823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74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91BA3A9-24CC-49C8-93B5-15A90AD059AF}"/>
              </a:ext>
            </a:extLst>
          </p:cNvPr>
          <p:cNvGrpSpPr/>
          <p:nvPr/>
        </p:nvGrpSpPr>
        <p:grpSpPr>
          <a:xfrm>
            <a:off x="3520346" y="-478952"/>
            <a:ext cx="5148226" cy="7815903"/>
            <a:chOff x="883304" y="-2586"/>
            <a:chExt cx="5148226" cy="781590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CE16FF7-2416-4A58-BDC8-AE9F836FD74C}"/>
                </a:ext>
              </a:extLst>
            </p:cNvPr>
            <p:cNvGrpSpPr/>
            <p:nvPr/>
          </p:nvGrpSpPr>
          <p:grpSpPr>
            <a:xfrm>
              <a:off x="883304" y="-2586"/>
              <a:ext cx="5148226" cy="7815903"/>
              <a:chOff x="1323980" y="-2586"/>
              <a:chExt cx="5148226" cy="7815903"/>
            </a:xfrm>
          </p:grpSpPr>
          <p:sp>
            <p:nvSpPr>
              <p:cNvPr id="24" name="Rounded Rectangle 6">
                <a:extLst>
                  <a:ext uri="{FF2B5EF4-FFF2-40B4-BE49-F238E27FC236}">
                    <a16:creationId xmlns:a16="http://schemas.microsoft.com/office/drawing/2014/main" id="{0BA92943-5C7D-4C1E-B592-DE796F05B4CF}"/>
                  </a:ext>
                </a:extLst>
              </p:cNvPr>
              <p:cNvSpPr/>
              <p:nvPr/>
            </p:nvSpPr>
            <p:spPr>
              <a:xfrm>
                <a:off x="1849510" y="2898248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1ED02C1F-76BE-4066-9184-E929E5DFA5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10800" y="640212"/>
                <a:ext cx="2489" cy="792000"/>
              </a:xfrm>
              <a:prstGeom prst="straightConnector1">
                <a:avLst/>
              </a:prstGeom>
              <a:ln w="38100">
                <a:solidFill>
                  <a:srgbClr val="C9C9C9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" name="图形 26">
                <a:extLst>
                  <a:ext uri="{FF2B5EF4-FFF2-40B4-BE49-F238E27FC236}">
                    <a16:creationId xmlns:a16="http://schemas.microsoft.com/office/drawing/2014/main" id="{1A853663-C379-41FD-9714-9DB76E8CBA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2106751" y="2887533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F0289B2-69DC-4B72-946A-AEE23F1EAF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0516" y="3053564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B895CF2-5142-41B1-9D9E-5F1FC54766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29767" y="3442568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AADAF630-487D-4BB2-968A-75402EBEA9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02504" y="3803400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" name="图形 31">
                <a:extLst>
                  <a:ext uri="{FF2B5EF4-FFF2-40B4-BE49-F238E27FC236}">
                    <a16:creationId xmlns:a16="http://schemas.microsoft.com/office/drawing/2014/main" id="{A142CC20-CEF1-4EAF-8906-6D1DF57C7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43510" y="3006212"/>
                <a:ext cx="266485" cy="262870"/>
              </a:xfrm>
              <a:prstGeom prst="rect">
                <a:avLst/>
              </a:prstGeom>
            </p:spPr>
          </p:pic>
          <p:pic>
            <p:nvPicPr>
              <p:cNvPr id="33" name="图形 32" descr="无茎花朵">
                <a:extLst>
                  <a:ext uri="{FF2B5EF4-FFF2-40B4-BE49-F238E27FC236}">
                    <a16:creationId xmlns:a16="http://schemas.microsoft.com/office/drawing/2014/main" id="{7E62F8E7-81BE-4934-A73D-C6D2FAC7D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854426" y="3342441"/>
                <a:ext cx="383924" cy="376776"/>
              </a:xfrm>
              <a:prstGeom prst="rect">
                <a:avLst/>
              </a:prstGeom>
            </p:spPr>
          </p:pic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98DB218A-8642-409B-9E71-468EEDDB05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919076" y="3553516"/>
                <a:ext cx="0" cy="792000"/>
              </a:xfrm>
              <a:prstGeom prst="straightConnector1">
                <a:avLst/>
              </a:prstGeom>
              <a:ln w="38100">
                <a:solidFill>
                  <a:srgbClr val="C9C9C9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ounded Rectangle 6">
                <a:extLst>
                  <a:ext uri="{FF2B5EF4-FFF2-40B4-BE49-F238E27FC236}">
                    <a16:creationId xmlns:a16="http://schemas.microsoft.com/office/drawing/2014/main" id="{D6355E9E-A49D-44D8-A0DB-AC0247598DF5}"/>
                  </a:ext>
                </a:extLst>
              </p:cNvPr>
              <p:cNvSpPr/>
              <p:nvPr/>
            </p:nvSpPr>
            <p:spPr>
              <a:xfrm>
                <a:off x="4328004" y="2172"/>
                <a:ext cx="1604833" cy="1908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04EA1FD-CDEB-4834-BDED-E766419ECB42}"/>
                  </a:ext>
                </a:extLst>
              </p:cNvPr>
              <p:cNvSpPr txBox="1"/>
              <p:nvPr/>
            </p:nvSpPr>
            <p:spPr>
              <a:xfrm>
                <a:off x="4268562" y="84949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(FD)</a:t>
                </a:r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5D5BF36B-A74E-4697-8E78-38E0D69AA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3222" y="467875"/>
                <a:ext cx="396000" cy="0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D061E572-22B2-4F43-A173-932BC60ED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9623" y="42257"/>
                <a:ext cx="540000" cy="885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B3AE993D-9A78-45BF-9319-BD5910F05A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1584" y="79619"/>
                <a:ext cx="0" cy="360000"/>
              </a:xfrm>
              <a:prstGeom prst="straightConnector1">
                <a:avLst/>
              </a:prstGeom>
              <a:ln w="19050">
                <a:solidFill>
                  <a:srgbClr val="BFA75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图形 40" descr="三叶草">
                <a:extLst>
                  <a:ext uri="{FF2B5EF4-FFF2-40B4-BE49-F238E27FC236}">
                    <a16:creationId xmlns:a16="http://schemas.microsoft.com/office/drawing/2014/main" id="{1FAFF32D-B140-4A11-8BAC-72CFAB6A73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 rot="21247962">
                <a:off x="4699430" y="237437"/>
                <a:ext cx="271444" cy="792926"/>
              </a:xfrm>
              <a:prstGeom prst="rect">
                <a:avLst/>
              </a:prstGeom>
            </p:spPr>
          </p:pic>
          <p:pic>
            <p:nvPicPr>
              <p:cNvPr id="47" name="图形 46" descr="鲜花">
                <a:extLst>
                  <a:ext uri="{FF2B5EF4-FFF2-40B4-BE49-F238E27FC236}">
                    <a16:creationId xmlns:a16="http://schemas.microsoft.com/office/drawing/2014/main" id="{D9F9D5D2-7037-48E8-9FD9-1C10272734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57338"/>
              <a:stretch/>
            </p:blipFill>
            <p:spPr>
              <a:xfrm>
                <a:off x="4788537" y="332521"/>
                <a:ext cx="231592" cy="98802"/>
              </a:xfrm>
              <a:prstGeom prst="rect">
                <a:avLst/>
              </a:prstGeom>
            </p:spPr>
          </p:pic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3B7723D-E498-4189-8143-A2779DC82414}"/>
                  </a:ext>
                </a:extLst>
              </p:cNvPr>
              <p:cNvGrpSpPr/>
              <p:nvPr/>
            </p:nvGrpSpPr>
            <p:grpSpPr>
              <a:xfrm rot="20484830">
                <a:off x="4962107" y="438766"/>
                <a:ext cx="366676" cy="492375"/>
                <a:chOff x="1186757" y="4070120"/>
                <a:chExt cx="463903" cy="622933"/>
              </a:xfrm>
            </p:grpSpPr>
            <p:pic>
              <p:nvPicPr>
                <p:cNvPr id="133" name="图形 132" descr="三叶草">
                  <a:extLst>
                    <a:ext uri="{FF2B5EF4-FFF2-40B4-BE49-F238E27FC236}">
                      <a16:creationId xmlns:a16="http://schemas.microsoft.com/office/drawing/2014/main" id="{00BAE9F4-56C1-4B1F-9626-0881EB88A7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134" name="图形 133" descr="无茎花朵">
                  <a:extLst>
                    <a:ext uri="{FF2B5EF4-FFF2-40B4-BE49-F238E27FC236}">
                      <a16:creationId xmlns:a16="http://schemas.microsoft.com/office/drawing/2014/main" id="{96761038-D770-4FE2-A221-665E8B03CA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3171" y="4070120"/>
                  <a:ext cx="377489" cy="377489"/>
                </a:xfrm>
                <a:prstGeom prst="rect">
                  <a:avLst/>
                </a:prstGeom>
              </p:spPr>
            </p:pic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6DEC3244-46EC-47AA-8760-022056FB93C0}"/>
                  </a:ext>
                </a:extLst>
              </p:cNvPr>
              <p:cNvGrpSpPr/>
              <p:nvPr/>
            </p:nvGrpSpPr>
            <p:grpSpPr>
              <a:xfrm rot="20699580">
                <a:off x="5170439" y="446058"/>
                <a:ext cx="364798" cy="491899"/>
                <a:chOff x="1186757" y="4070722"/>
                <a:chExt cx="461527" cy="622331"/>
              </a:xfrm>
              <a:solidFill>
                <a:srgbClr val="A8ACB2"/>
              </a:solidFill>
            </p:grpSpPr>
            <p:pic>
              <p:nvPicPr>
                <p:cNvPr id="131" name="图形 130" descr="三叶草">
                  <a:extLst>
                    <a:ext uri="{FF2B5EF4-FFF2-40B4-BE49-F238E27FC236}">
                      <a16:creationId xmlns:a16="http://schemas.microsoft.com/office/drawing/2014/main" id="{6718668F-A04B-4387-AB63-6A7A45050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132" name="图形 131" descr="无茎花朵">
                  <a:extLst>
                    <a:ext uri="{FF2B5EF4-FFF2-40B4-BE49-F238E27FC236}">
                      <a16:creationId xmlns:a16="http://schemas.microsoft.com/office/drawing/2014/main" id="{86229468-D85F-44CA-BE01-9B10F37CA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0795" y="4070722"/>
                  <a:ext cx="377489" cy="377489"/>
                </a:xfrm>
                <a:prstGeom prst="rect">
                  <a:avLst/>
                </a:prstGeom>
              </p:spPr>
            </p:pic>
          </p:grpSp>
          <p:pic>
            <p:nvPicPr>
              <p:cNvPr id="52" name="图形 51" descr="盆花">
                <a:extLst>
                  <a:ext uri="{FF2B5EF4-FFF2-40B4-BE49-F238E27FC236}">
                    <a16:creationId xmlns:a16="http://schemas.microsoft.com/office/drawing/2014/main" id="{CFFC98F8-9D0D-4988-9321-3A7DAB20BE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4667759" y="793928"/>
                <a:ext cx="969509" cy="114998"/>
              </a:xfrm>
              <a:prstGeom prst="rect">
                <a:avLst/>
              </a:prstGeom>
            </p:spPr>
          </p:pic>
          <p:pic>
            <p:nvPicPr>
              <p:cNvPr id="56" name="图形 55">
                <a:extLst>
                  <a:ext uri="{FF2B5EF4-FFF2-40B4-BE49-F238E27FC236}">
                    <a16:creationId xmlns:a16="http://schemas.microsoft.com/office/drawing/2014/main" id="{ECED91D4-0C22-4FAE-93AF-F283D99699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96135" y="52855"/>
                <a:ext cx="249879" cy="251165"/>
              </a:xfrm>
              <a:prstGeom prst="rect">
                <a:avLst/>
              </a:prstGeom>
            </p:spPr>
          </p:pic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24563294-F3C3-4E4D-90A3-8244CCA97DD6}"/>
                  </a:ext>
                </a:extLst>
              </p:cNvPr>
              <p:cNvSpPr txBox="1"/>
              <p:nvPr/>
            </p:nvSpPr>
            <p:spPr>
              <a:xfrm>
                <a:off x="1738587" y="3725430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(ND)</a:t>
                </a:r>
              </a:p>
            </p:txBody>
          </p: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2ACD5A58-4475-4A7F-B2C8-5480AC1B515D}"/>
                  </a:ext>
                </a:extLst>
              </p:cNvPr>
              <p:cNvGrpSpPr/>
              <p:nvPr/>
            </p:nvGrpSpPr>
            <p:grpSpPr>
              <a:xfrm>
                <a:off x="3052720" y="5905317"/>
                <a:ext cx="1794615" cy="1908000"/>
                <a:chOff x="2666010" y="4596240"/>
                <a:chExt cx="1794615" cy="1908000"/>
              </a:xfrm>
            </p:grpSpPr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F3F04AE1-43F5-45CF-862E-4FA70F54011A}"/>
                    </a:ext>
                  </a:extLst>
                </p:cNvPr>
                <p:cNvGrpSpPr/>
                <p:nvPr/>
              </p:nvGrpSpPr>
              <p:grpSpPr>
                <a:xfrm>
                  <a:off x="3320664" y="4681413"/>
                  <a:ext cx="343826" cy="986447"/>
                  <a:chOff x="992031" y="4951613"/>
                  <a:chExt cx="348796" cy="1000706"/>
                </a:xfrm>
              </p:grpSpPr>
              <p:pic>
                <p:nvPicPr>
                  <p:cNvPr id="128" name="图形 127" descr="鲜花">
                    <a:extLst>
                      <a:ext uri="{FF2B5EF4-FFF2-40B4-BE49-F238E27FC236}">
                        <a16:creationId xmlns:a16="http://schemas.microsoft.com/office/drawing/2014/main" id="{6FA17802-2DCF-496A-A10A-2E96152496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129" name="图形 128">
                    <a:extLst>
                      <a:ext uri="{FF2B5EF4-FFF2-40B4-BE49-F238E27FC236}">
                        <a16:creationId xmlns:a16="http://schemas.microsoft.com/office/drawing/2014/main" id="{9BA68DC8-B1B6-4F2B-9FD3-FBA1410876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0948" y="4951613"/>
                    <a:ext cx="249879" cy="251165"/>
                  </a:xfrm>
                  <a:prstGeom prst="rect">
                    <a:avLst/>
                  </a:prstGeom>
                </p:spPr>
              </p:pic>
              <p:pic>
                <p:nvPicPr>
                  <p:cNvPr id="130" name="图形 129" descr="三叶草">
                    <a:extLst>
                      <a:ext uri="{FF2B5EF4-FFF2-40B4-BE49-F238E27FC236}">
                        <a16:creationId xmlns:a16="http://schemas.microsoft.com/office/drawing/2014/main" id="{AA8E97C8-F1AE-42D1-885C-1232661B91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1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6" name="组合 115">
                  <a:extLst>
                    <a:ext uri="{FF2B5EF4-FFF2-40B4-BE49-F238E27FC236}">
                      <a16:creationId xmlns:a16="http://schemas.microsoft.com/office/drawing/2014/main" id="{23E8315E-3FB8-491E-82AB-1FFBD6E71498}"/>
                    </a:ext>
                  </a:extLst>
                </p:cNvPr>
                <p:cNvGrpSpPr/>
                <p:nvPr/>
              </p:nvGrpSpPr>
              <p:grpSpPr>
                <a:xfrm>
                  <a:off x="3158166" y="4777955"/>
                  <a:ext cx="285089" cy="817927"/>
                  <a:chOff x="992031" y="4951613"/>
                  <a:chExt cx="348796" cy="1000706"/>
                </a:xfrm>
              </p:grpSpPr>
              <p:pic>
                <p:nvPicPr>
                  <p:cNvPr id="125" name="图形 124" descr="鲜花">
                    <a:extLst>
                      <a:ext uri="{FF2B5EF4-FFF2-40B4-BE49-F238E27FC236}">
                        <a16:creationId xmlns:a16="http://schemas.microsoft.com/office/drawing/2014/main" id="{2D180B35-211C-481A-9CFB-D592D4881A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126" name="图形 125">
                    <a:extLst>
                      <a:ext uri="{FF2B5EF4-FFF2-40B4-BE49-F238E27FC236}">
                        <a16:creationId xmlns:a16="http://schemas.microsoft.com/office/drawing/2014/main" id="{FA044965-133A-4480-9D81-684C2E758B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0948" y="4951613"/>
                    <a:ext cx="249879" cy="251165"/>
                  </a:xfrm>
                  <a:prstGeom prst="rect">
                    <a:avLst/>
                  </a:prstGeom>
                </p:spPr>
              </p:pic>
              <p:pic>
                <p:nvPicPr>
                  <p:cNvPr id="127" name="图形 126" descr="三叶草">
                    <a:extLst>
                      <a:ext uri="{FF2B5EF4-FFF2-40B4-BE49-F238E27FC236}">
                        <a16:creationId xmlns:a16="http://schemas.microsoft.com/office/drawing/2014/main" id="{DA7C79D5-A700-4871-86CB-435CC3302D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1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F09A7106-1ACF-45B9-B3E9-7B2554E1485E}"/>
                    </a:ext>
                  </a:extLst>
                </p:cNvPr>
                <p:cNvGrpSpPr/>
                <p:nvPr/>
              </p:nvGrpSpPr>
              <p:grpSpPr>
                <a:xfrm>
                  <a:off x="3535198" y="4732880"/>
                  <a:ext cx="307916" cy="883419"/>
                  <a:chOff x="992031" y="4951613"/>
                  <a:chExt cx="348796" cy="1000706"/>
                </a:xfrm>
              </p:grpSpPr>
              <p:pic>
                <p:nvPicPr>
                  <p:cNvPr id="122" name="图形 121" descr="鲜花">
                    <a:extLst>
                      <a:ext uri="{FF2B5EF4-FFF2-40B4-BE49-F238E27FC236}">
                        <a16:creationId xmlns:a16="http://schemas.microsoft.com/office/drawing/2014/main" id="{360DC6CF-4650-432D-9911-A43662A860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t="57338"/>
                  <a:stretch/>
                </p:blipFill>
                <p:spPr>
                  <a:xfrm>
                    <a:off x="1083350" y="5237629"/>
                    <a:ext cx="231592" cy="98802"/>
                  </a:xfrm>
                  <a:prstGeom prst="rect">
                    <a:avLst/>
                  </a:prstGeom>
                </p:spPr>
              </p:pic>
              <p:pic>
                <p:nvPicPr>
                  <p:cNvPr id="123" name="图形 122">
                    <a:extLst>
                      <a:ext uri="{FF2B5EF4-FFF2-40B4-BE49-F238E27FC236}">
                        <a16:creationId xmlns:a16="http://schemas.microsoft.com/office/drawing/2014/main" id="{0680308F-FEAF-40AF-9B7F-4311B03BAC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0948" y="4951613"/>
                    <a:ext cx="249879" cy="251165"/>
                  </a:xfrm>
                  <a:prstGeom prst="rect">
                    <a:avLst/>
                  </a:prstGeom>
                </p:spPr>
              </p:pic>
              <p:pic>
                <p:nvPicPr>
                  <p:cNvPr id="124" name="图形 123" descr="三叶草">
                    <a:extLst>
                      <a:ext uri="{FF2B5EF4-FFF2-40B4-BE49-F238E27FC236}">
                        <a16:creationId xmlns:a16="http://schemas.microsoft.com/office/drawing/2014/main" id="{30214B4C-9757-4B88-B0CC-9310E4B376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992031" y="5159393"/>
                    <a:ext cx="271444" cy="79292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18" name="图形 117" descr="盆花">
                  <a:extLst>
                    <a:ext uri="{FF2B5EF4-FFF2-40B4-BE49-F238E27FC236}">
                      <a16:creationId xmlns:a16="http://schemas.microsoft.com/office/drawing/2014/main" id="{BCED8A6D-F04E-4CBF-BE6F-040DA40BB3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F401B656-995F-4FE8-996E-F01D968D4307}"/>
                    </a:ext>
                  </a:extLst>
                </p:cNvPr>
                <p:cNvGrpSpPr/>
                <p:nvPr/>
              </p:nvGrpSpPr>
              <p:grpSpPr>
                <a:xfrm>
                  <a:off x="2666010" y="4596240"/>
                  <a:ext cx="1794615" cy="1908000"/>
                  <a:chOff x="2673608" y="4624392"/>
                  <a:chExt cx="1794615" cy="1908000"/>
                </a:xfrm>
              </p:grpSpPr>
              <p:sp>
                <p:nvSpPr>
                  <p:cNvPr id="120" name="Rounded Rectangle 6">
                    <a:extLst>
                      <a:ext uri="{FF2B5EF4-FFF2-40B4-BE49-F238E27FC236}">
                        <a16:creationId xmlns:a16="http://schemas.microsoft.com/office/drawing/2014/main" id="{0FCEF801-40FA-4349-9536-A785DD6251CA}"/>
                      </a:ext>
                    </a:extLst>
                  </p:cNvPr>
                  <p:cNvSpPr/>
                  <p:nvPr/>
                </p:nvSpPr>
                <p:spPr>
                  <a:xfrm>
                    <a:off x="2746512" y="462439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18619207-E0A7-4943-85DE-B520F817AE76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43117"/>
                    <a:ext cx="1794615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Establishment</a:t>
                    </a:r>
                    <a:r>
                      <a:rPr lang="en-US" altLang="zh-CN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or 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C61288B7-2795-4848-BA08-6BBE75FA70EA}"/>
                  </a:ext>
                </a:extLst>
              </p:cNvPr>
              <p:cNvGrpSpPr/>
              <p:nvPr/>
            </p:nvGrpSpPr>
            <p:grpSpPr>
              <a:xfrm>
                <a:off x="1808091" y="-2586"/>
                <a:ext cx="1794615" cy="1908000"/>
                <a:chOff x="1869455" y="-4325"/>
                <a:chExt cx="1794615" cy="1908000"/>
              </a:xfrm>
            </p:grpSpPr>
            <p:sp>
              <p:nvSpPr>
                <p:cNvPr id="101" name="Rounded Rectangle 6">
                  <a:extLst>
                    <a:ext uri="{FF2B5EF4-FFF2-40B4-BE49-F238E27FC236}">
                      <a16:creationId xmlns:a16="http://schemas.microsoft.com/office/drawing/2014/main" id="{D75A79C7-D033-4E9C-BB82-5596070A9158}"/>
                    </a:ext>
                  </a:extLst>
                </p:cNvPr>
                <p:cNvSpPr/>
                <p:nvPr/>
              </p:nvSpPr>
              <p:spPr>
                <a:xfrm>
                  <a:off x="1914865" y="-4325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D848EB0-AF7A-41E7-BD2F-5C1C672ECBC6}"/>
                    </a:ext>
                  </a:extLst>
                </p:cNvPr>
                <p:cNvSpPr txBox="1"/>
                <p:nvPr/>
              </p:nvSpPr>
              <p:spPr>
                <a:xfrm>
                  <a:off x="1869455" y="84319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(PD)</a:t>
                  </a:r>
                </a:p>
              </p:txBody>
            </p:sp>
            <p:grpSp>
              <p:nvGrpSpPr>
                <p:cNvPr id="103" name="组合 102">
                  <a:extLst>
                    <a:ext uri="{FF2B5EF4-FFF2-40B4-BE49-F238E27FC236}">
                      <a16:creationId xmlns:a16="http://schemas.microsoft.com/office/drawing/2014/main" id="{7C0F50CA-6BFF-4067-8E48-98A78F764457}"/>
                    </a:ext>
                  </a:extLst>
                </p:cNvPr>
                <p:cNvGrpSpPr/>
                <p:nvPr/>
              </p:nvGrpSpPr>
              <p:grpSpPr>
                <a:xfrm rot="5400000">
                  <a:off x="2434220" y="-89052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108" name="直接连接符 107">
                    <a:extLst>
                      <a:ext uri="{FF2B5EF4-FFF2-40B4-BE49-F238E27FC236}">
                        <a16:creationId xmlns:a16="http://schemas.microsoft.com/office/drawing/2014/main" id="{11F42546-F0C9-41E1-B5F0-9681BC9F03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接连接符 108">
                    <a:extLst>
                      <a:ext uri="{FF2B5EF4-FFF2-40B4-BE49-F238E27FC236}">
                        <a16:creationId xmlns:a16="http://schemas.microsoft.com/office/drawing/2014/main" id="{44108BFB-76BB-4447-8B8E-13974CAE6E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接连接符 109">
                    <a:extLst>
                      <a:ext uri="{FF2B5EF4-FFF2-40B4-BE49-F238E27FC236}">
                        <a16:creationId xmlns:a16="http://schemas.microsoft.com/office/drawing/2014/main" id="{E610B2D6-05F2-44ED-88B2-020D9790ED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接连接符 110">
                    <a:extLst>
                      <a:ext uri="{FF2B5EF4-FFF2-40B4-BE49-F238E27FC236}">
                        <a16:creationId xmlns:a16="http://schemas.microsoft.com/office/drawing/2014/main" id="{00EDE48F-C6F7-4D5C-98EA-37B50454DC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直接连接符 111">
                    <a:extLst>
                      <a:ext uri="{FF2B5EF4-FFF2-40B4-BE49-F238E27FC236}">
                        <a16:creationId xmlns:a16="http://schemas.microsoft.com/office/drawing/2014/main" id="{FE768643-8993-4EB0-A84A-FA15D6E410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直接连接符 112">
                    <a:extLst>
                      <a:ext uri="{FF2B5EF4-FFF2-40B4-BE49-F238E27FC236}">
                        <a16:creationId xmlns:a16="http://schemas.microsoft.com/office/drawing/2014/main" id="{06D7CC54-F663-4B73-915D-42BCBCF4C6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直接连接符 113">
                    <a:extLst>
                      <a:ext uri="{FF2B5EF4-FFF2-40B4-BE49-F238E27FC236}">
                        <a16:creationId xmlns:a16="http://schemas.microsoft.com/office/drawing/2014/main" id="{024FADD9-8990-4317-BE48-C78FBF7955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179AD37F-599B-4C29-9AAE-C739EA439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11591" y="370576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图形 104" descr="无茎花朵">
                  <a:extLst>
                    <a:ext uri="{FF2B5EF4-FFF2-40B4-BE49-F238E27FC236}">
                      <a16:creationId xmlns:a16="http://schemas.microsoft.com/office/drawing/2014/main" id="{A83FADE5-B641-47F4-A2DE-B7D09F982F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933872" y="572608"/>
                  <a:ext cx="360000" cy="360000"/>
                </a:xfrm>
                <a:prstGeom prst="rect">
                  <a:avLst/>
                </a:prstGeom>
              </p:spPr>
            </p:pic>
            <p:pic>
              <p:nvPicPr>
                <p:cNvPr id="106" name="图形 105" descr="无茎花朵">
                  <a:extLst>
                    <a:ext uri="{FF2B5EF4-FFF2-40B4-BE49-F238E27FC236}">
                      <a16:creationId xmlns:a16="http://schemas.microsoft.com/office/drawing/2014/main" id="{F2004713-9896-431B-AE9D-871D57A4A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524889" y="572608"/>
                  <a:ext cx="360000" cy="360000"/>
                </a:xfrm>
                <a:prstGeom prst="rect">
                  <a:avLst/>
                </a:prstGeom>
              </p:spPr>
            </p:pic>
            <p:pic>
              <p:nvPicPr>
                <p:cNvPr id="107" name="图形 106">
                  <a:extLst>
                    <a:ext uri="{FF2B5EF4-FFF2-40B4-BE49-F238E27FC236}">
                      <a16:creationId xmlns:a16="http://schemas.microsoft.com/office/drawing/2014/main" id="{0C233CD1-82D1-46BD-909B-1CA995370E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11259" y="625202"/>
                  <a:ext cx="249879" cy="251165"/>
                </a:xfrm>
                <a:prstGeom prst="rect">
                  <a:avLst/>
                </a:prstGeom>
              </p:spPr>
            </p:pic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93DFFEBE-4CE4-45D1-9F37-B4072DF8C7FC}"/>
                  </a:ext>
                </a:extLst>
              </p:cNvPr>
              <p:cNvGrpSpPr/>
              <p:nvPr/>
            </p:nvGrpSpPr>
            <p:grpSpPr>
              <a:xfrm>
                <a:off x="4303651" y="2865350"/>
                <a:ext cx="1764000" cy="1955510"/>
                <a:chOff x="4023707" y="2899239"/>
                <a:chExt cx="1764000" cy="1955510"/>
              </a:xfrm>
            </p:grpSpPr>
            <p:sp>
              <p:nvSpPr>
                <p:cNvPr id="94" name="Rounded Rectangle 6">
                  <a:extLst>
                    <a:ext uri="{FF2B5EF4-FFF2-40B4-BE49-F238E27FC236}">
                      <a16:creationId xmlns:a16="http://schemas.microsoft.com/office/drawing/2014/main" id="{9215CC48-2E7C-4DF9-9E7C-3E0ED0374A90}"/>
                    </a:ext>
                  </a:extLst>
                </p:cNvPr>
                <p:cNvSpPr/>
                <p:nvPr/>
              </p:nvSpPr>
              <p:spPr>
                <a:xfrm>
                  <a:off x="4104144" y="2946749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95" name="组合 94">
                  <a:extLst>
                    <a:ext uri="{FF2B5EF4-FFF2-40B4-BE49-F238E27FC236}">
                      <a16:creationId xmlns:a16="http://schemas.microsoft.com/office/drawing/2014/main" id="{5282306D-02FB-4853-B1CC-EC3BBEE3FDE4}"/>
                    </a:ext>
                  </a:extLst>
                </p:cNvPr>
                <p:cNvGrpSpPr/>
                <p:nvPr/>
              </p:nvGrpSpPr>
              <p:grpSpPr>
                <a:xfrm>
                  <a:off x="4670685" y="3024788"/>
                  <a:ext cx="469327" cy="433291"/>
                  <a:chOff x="6337606" y="3882161"/>
                  <a:chExt cx="432000" cy="398830"/>
                </a:xfrm>
              </p:grpSpPr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35630CF2-084C-4938-806D-74568FC69F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21918" y="3893811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DD8452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连接符 98">
                    <a:extLst>
                      <a:ext uri="{FF2B5EF4-FFF2-40B4-BE49-F238E27FC236}">
                        <a16:creationId xmlns:a16="http://schemas.microsoft.com/office/drawing/2014/main" id="{D3732362-5242-458F-ACEB-1D20B21925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连接符 99">
                    <a:extLst>
                      <a:ext uri="{FF2B5EF4-FFF2-40B4-BE49-F238E27FC236}">
                        <a16:creationId xmlns:a16="http://schemas.microsoft.com/office/drawing/2014/main" id="{9EEFB16E-1226-41D8-B9A9-4740F3E0C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0504" y="4280991"/>
                    <a:ext cx="108000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314E218E-3C15-4D66-91C3-577EB66692B0}"/>
                    </a:ext>
                  </a:extLst>
                </p:cNvPr>
                <p:cNvSpPr txBox="1"/>
                <p:nvPr/>
              </p:nvSpPr>
              <p:spPr>
                <a:xfrm>
                  <a:off x="4023707" y="3771378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(RFD)</a:t>
                  </a:r>
                </a:p>
              </p:txBody>
            </p:sp>
            <p:pic>
              <p:nvPicPr>
                <p:cNvPr id="97" name="图形 96">
                  <a:extLst>
                    <a:ext uri="{FF2B5EF4-FFF2-40B4-BE49-F238E27FC236}">
                      <a16:creationId xmlns:a16="http://schemas.microsoft.com/office/drawing/2014/main" id="{C0BB2034-EA5A-4901-9D5E-C41CA5C924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550" y="2899239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3C1E047E-7FCE-4BE6-B296-710AB208B9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30227" y="1945321"/>
                <a:ext cx="1927716" cy="920029"/>
              </a:xfrm>
              <a:prstGeom prst="straightConnector1">
                <a:avLst/>
              </a:prstGeom>
              <a:ln w="38100" cap="rnd">
                <a:solidFill>
                  <a:srgbClr val="C9C9C9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66849E93-6A9A-4B8E-A4C7-72DFBB269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05399" y="1938774"/>
                <a:ext cx="0" cy="936000"/>
              </a:xfrm>
              <a:prstGeom prst="straightConnector1">
                <a:avLst/>
              </a:prstGeom>
              <a:ln w="38100" cap="rnd">
                <a:solidFill>
                  <a:srgbClr val="C9C9C9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77F6779C-243C-4828-BF33-96825C4043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8679" y="1950721"/>
                <a:ext cx="7192" cy="936000"/>
              </a:xfrm>
              <a:prstGeom prst="straightConnector1">
                <a:avLst/>
              </a:prstGeom>
              <a:ln w="38100" cap="rnd">
                <a:solidFill>
                  <a:srgbClr val="C9C9C9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3727E75C-2275-4295-BB2C-1952494795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0181" y="4851950"/>
                <a:ext cx="1096755" cy="985855"/>
              </a:xfrm>
              <a:prstGeom prst="straightConnector1">
                <a:avLst/>
              </a:prstGeom>
              <a:ln w="38100" cap="rnd">
                <a:solidFill>
                  <a:srgbClr val="C9C9C9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8F0D1B5C-5B52-48F0-B4B3-32C7FD4C4D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8490" y="4912968"/>
                <a:ext cx="1216907" cy="912864"/>
              </a:xfrm>
              <a:prstGeom prst="straightConnector1">
                <a:avLst/>
              </a:prstGeom>
              <a:ln w="38100" cap="rnd">
                <a:solidFill>
                  <a:srgbClr val="C9C9C9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EA301169-EA0E-4312-B7B3-D4DF2B0ED33D}"/>
                  </a:ext>
                </a:extLst>
              </p:cNvPr>
              <p:cNvGrpSpPr/>
              <p:nvPr/>
            </p:nvGrpSpPr>
            <p:grpSpPr>
              <a:xfrm rot="5400000">
                <a:off x="2660825" y="3098928"/>
                <a:ext cx="5951782" cy="1670980"/>
                <a:chOff x="503426" y="3036358"/>
                <a:chExt cx="8402400" cy="3490991"/>
              </a:xfrm>
            </p:grpSpPr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15251D94-759A-4912-AF70-50C0DBD1D4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8100">
                  <a:solidFill>
                    <a:srgbClr val="C9C9C9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箭头连接符 91">
                  <a:extLst>
                    <a:ext uri="{FF2B5EF4-FFF2-40B4-BE49-F238E27FC236}">
                      <a16:creationId xmlns:a16="http://schemas.microsoft.com/office/drawing/2014/main" id="{85CA58DF-6BBF-472F-80AE-1372C9B51E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38028" y="4781854"/>
                  <a:ext cx="3490991" cy="0"/>
                </a:xfrm>
                <a:prstGeom prst="straightConnector1">
                  <a:avLst/>
                </a:prstGeom>
                <a:ln w="38100">
                  <a:solidFill>
                    <a:srgbClr val="C9C9C9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>
                  <a:extLst>
                    <a:ext uri="{FF2B5EF4-FFF2-40B4-BE49-F238E27FC236}">
                      <a16:creationId xmlns:a16="http://schemas.microsoft.com/office/drawing/2014/main" id="{567C4F53-ECB9-4387-AA9F-13D2F72AB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255" y="3070841"/>
                  <a:ext cx="0" cy="977740"/>
                </a:xfrm>
                <a:prstGeom prst="line">
                  <a:avLst/>
                </a:prstGeom>
                <a:ln w="38100" cap="rnd">
                  <a:solidFill>
                    <a:srgbClr val="C9C9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1DB25079-1BC4-4F36-B05E-7BFA1E25950F}"/>
                  </a:ext>
                </a:extLst>
              </p:cNvPr>
              <p:cNvGrpSpPr/>
              <p:nvPr/>
            </p:nvGrpSpPr>
            <p:grpSpPr>
              <a:xfrm rot="16200000" flipH="1">
                <a:off x="-782020" y="3101793"/>
                <a:ext cx="5940000" cy="1728000"/>
                <a:chOff x="520061" y="3032056"/>
                <a:chExt cx="8385767" cy="4189191"/>
              </a:xfrm>
            </p:grpSpPr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643B51E5-06CC-48DC-9BCA-E7E721A2B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0061" y="3070003"/>
                  <a:ext cx="8385767" cy="3619"/>
                </a:xfrm>
                <a:prstGeom prst="line">
                  <a:avLst/>
                </a:prstGeom>
                <a:ln w="38100">
                  <a:solidFill>
                    <a:srgbClr val="C9C9C9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箭头连接符 88">
                  <a:extLst>
                    <a:ext uri="{FF2B5EF4-FFF2-40B4-BE49-F238E27FC236}">
                      <a16:creationId xmlns:a16="http://schemas.microsoft.com/office/drawing/2014/main" id="{84EC3017-3F8F-470D-AAE8-91F31D910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791105" y="5126652"/>
                  <a:ext cx="4189191" cy="0"/>
                </a:xfrm>
                <a:prstGeom prst="straightConnector1">
                  <a:avLst/>
                </a:prstGeom>
                <a:ln w="38100">
                  <a:solidFill>
                    <a:srgbClr val="C9C9C9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878B2116-90D0-4AEE-9637-EAA1DC7C9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0"/>
                  <a:ext cx="0" cy="1134572"/>
                </a:xfrm>
                <a:prstGeom prst="line">
                  <a:avLst/>
                </a:prstGeom>
                <a:ln w="38100" cap="rnd">
                  <a:solidFill>
                    <a:srgbClr val="C9C9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3FE9E1AE-F0F7-4C25-95F7-0F6D410C5CEB}"/>
                </a:ext>
              </a:extLst>
            </p:cNvPr>
            <p:cNvCxnSpPr>
              <a:cxnSpLocks/>
            </p:cNvCxnSpPr>
            <p:nvPr/>
          </p:nvCxnSpPr>
          <p:spPr>
            <a:xfrm>
              <a:off x="2589551" y="1948950"/>
              <a:ext cx="1927716" cy="920029"/>
            </a:xfrm>
            <a:prstGeom prst="straightConnector1">
              <a:avLst/>
            </a:prstGeom>
            <a:ln w="38100" cap="rnd">
              <a:solidFill>
                <a:srgbClr val="C9C9C9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2" name="图形 231">
            <a:extLst>
              <a:ext uri="{FF2B5EF4-FFF2-40B4-BE49-F238E27FC236}">
                <a16:creationId xmlns:a16="http://schemas.microsoft.com/office/drawing/2014/main" id="{1D026E0B-5035-4CAA-9506-02F1DCBE3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9384" y="4881775"/>
            <a:ext cx="249879" cy="251165"/>
          </a:xfrm>
          <a:prstGeom prst="rect">
            <a:avLst/>
          </a:prstGeom>
        </p:spPr>
      </p:pic>
      <p:sp>
        <p:nvSpPr>
          <p:cNvPr id="234" name="文本框 233">
            <a:extLst>
              <a:ext uri="{FF2B5EF4-FFF2-40B4-BE49-F238E27FC236}">
                <a16:creationId xmlns:a16="http://schemas.microsoft.com/office/drawing/2014/main" id="{CC426E25-9C9C-405C-876A-CF2F4230D04B}"/>
              </a:ext>
            </a:extLst>
          </p:cNvPr>
          <p:cNvSpPr txBox="1"/>
          <p:nvPr/>
        </p:nvSpPr>
        <p:spPr>
          <a:xfrm>
            <a:off x="3851230" y="4789197"/>
            <a:ext cx="1152000" cy="3942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rgbClr val="5F5F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Exotics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FE93BFE-8E07-4937-8C22-62D3AFF96BA7}"/>
              </a:ext>
            </a:extLst>
          </p:cNvPr>
          <p:cNvGrpSpPr/>
          <p:nvPr/>
        </p:nvGrpSpPr>
        <p:grpSpPr>
          <a:xfrm>
            <a:off x="3660518" y="5095944"/>
            <a:ext cx="1604802" cy="414206"/>
            <a:chOff x="3644284" y="5374191"/>
            <a:chExt cx="1604802" cy="41420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38B7D01-AE14-4B1E-A63A-E8CEDC32B5BF}"/>
                </a:ext>
              </a:extLst>
            </p:cNvPr>
            <p:cNvGrpSpPr/>
            <p:nvPr/>
          </p:nvGrpSpPr>
          <p:grpSpPr>
            <a:xfrm>
              <a:off x="3644284" y="5428397"/>
              <a:ext cx="638352" cy="360000"/>
              <a:chOff x="3644284" y="5428397"/>
              <a:chExt cx="638352" cy="360000"/>
            </a:xfrm>
          </p:grpSpPr>
          <p:pic>
            <p:nvPicPr>
              <p:cNvPr id="235" name="图形 234" descr="无茎花朵">
                <a:extLst>
                  <a:ext uri="{FF2B5EF4-FFF2-40B4-BE49-F238E27FC236}">
                    <a16:creationId xmlns:a16="http://schemas.microsoft.com/office/drawing/2014/main" id="{01AF3207-D793-434C-ACD6-0E367026D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3922636" y="5428397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236" name="图形 235" descr="无茎花朵">
                <a:extLst>
                  <a:ext uri="{FF2B5EF4-FFF2-40B4-BE49-F238E27FC236}">
                    <a16:creationId xmlns:a16="http://schemas.microsoft.com/office/drawing/2014/main" id="{357E6ED9-3A2D-46ED-8D7F-5297B6739A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644284" y="5428397"/>
                <a:ext cx="360000" cy="360000"/>
              </a:xfrm>
              <a:prstGeom prst="rect">
                <a:avLst/>
              </a:prstGeom>
            </p:spPr>
          </p:pic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C60E037C-2631-495A-AC6A-DC7EF572524C}"/>
                </a:ext>
              </a:extLst>
            </p:cNvPr>
            <p:cNvSpPr txBox="1"/>
            <p:nvPr/>
          </p:nvSpPr>
          <p:spPr>
            <a:xfrm>
              <a:off x="4097086" y="5374191"/>
              <a:ext cx="1152000" cy="3942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F5F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455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7EEA163-484F-49AD-BB15-35E858397C07}"/>
              </a:ext>
            </a:extLst>
          </p:cNvPr>
          <p:cNvGrpSpPr/>
          <p:nvPr/>
        </p:nvGrpSpPr>
        <p:grpSpPr>
          <a:xfrm>
            <a:off x="3315310" y="-373840"/>
            <a:ext cx="5164096" cy="7856354"/>
            <a:chOff x="3315310" y="-373840"/>
            <a:chExt cx="5164096" cy="7856354"/>
          </a:xfrm>
        </p:grpSpPr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9C68E354-813A-432B-927F-DDC4925D190F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897" y="144921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56315E68-CD5A-4FCD-ADC3-5E9D783ECA43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6584" y="148807"/>
              <a:ext cx="345600" cy="374400"/>
            </a:xfrm>
            <a:prstGeom prst="rect">
              <a:avLst/>
            </a:prstGeom>
            <a:noFill/>
          </p:spPr>
        </p:pic>
        <p:sp>
          <p:nvSpPr>
            <p:cNvPr id="143" name="Rounded Rectangle 6">
              <a:extLst>
                <a:ext uri="{FF2B5EF4-FFF2-40B4-BE49-F238E27FC236}">
                  <a16:creationId xmlns:a16="http://schemas.microsoft.com/office/drawing/2014/main" id="{3A3EE3CD-C8A7-4176-AA47-C07B6A8884AB}"/>
                </a:ext>
              </a:extLst>
            </p:cNvPr>
            <p:cNvSpPr/>
            <p:nvPr/>
          </p:nvSpPr>
          <p:spPr>
            <a:xfrm>
              <a:off x="3847234" y="2545322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67CDAB6D-FC3C-4D65-9DEC-D09094BD826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908524" y="287286"/>
              <a:ext cx="2489" cy="792000"/>
            </a:xfrm>
            <a:prstGeom prst="straightConnector1">
              <a:avLst/>
            </a:prstGeom>
            <a:ln w="44450">
              <a:solidFill>
                <a:srgbClr val="B4B4B4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6" name="图形 145">
              <a:extLst>
                <a:ext uri="{FF2B5EF4-FFF2-40B4-BE49-F238E27FC236}">
                  <a16:creationId xmlns:a16="http://schemas.microsoft.com/office/drawing/2014/main" id="{EA28FB03-3D9B-435C-8F1C-CA625F644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14485"/>
            <a:stretch/>
          </p:blipFill>
          <p:spPr>
            <a:xfrm>
              <a:off x="4104475" y="2534607"/>
              <a:ext cx="967331" cy="934742"/>
            </a:xfrm>
            <a:prstGeom prst="rect">
              <a:avLst/>
            </a:prstGeom>
          </p:spPr>
        </p:pic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610E7B1E-902D-4011-B3B9-934A2C636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8240" y="2700638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C98B3B8B-8794-4113-A352-13F7752BF2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7491" y="3089642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15CE9182-F4BD-45F9-BF1A-0AE709FA2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228" y="3442790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E1B0BFBD-C93D-4019-A2C9-8FA24FF019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16800" y="3200590"/>
              <a:ext cx="0" cy="792000"/>
            </a:xfrm>
            <a:prstGeom prst="straightConnector1">
              <a:avLst/>
            </a:prstGeom>
            <a:ln w="44450">
              <a:solidFill>
                <a:srgbClr val="B4B4B4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3F3847C6-D4DA-43A2-A255-4AA3084DF8BA}"/>
                </a:ext>
              </a:extLst>
            </p:cNvPr>
            <p:cNvSpPr txBox="1"/>
            <p:nvPr/>
          </p:nvSpPr>
          <p:spPr>
            <a:xfrm>
              <a:off x="3766355" y="3395004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(ND)</a:t>
              </a: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7D5E804-6B93-4104-A761-E1A1E854A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7951" y="1592395"/>
              <a:ext cx="1927716" cy="920029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742A57A6-5AA3-4E71-AC9F-C69221720A38}"/>
                </a:ext>
              </a:extLst>
            </p:cNvPr>
            <p:cNvCxnSpPr>
              <a:cxnSpLocks/>
            </p:cNvCxnSpPr>
            <p:nvPr/>
          </p:nvCxnSpPr>
          <p:spPr>
            <a:xfrm>
              <a:off x="4703123" y="1585848"/>
              <a:ext cx="0" cy="972000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FDDC864F-DBBD-4269-A10A-A2FEB4094C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6403" y="1597795"/>
              <a:ext cx="7192" cy="936000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5102C7DA-25FA-45D4-9ADB-B5673A8C4A42}"/>
                </a:ext>
              </a:extLst>
            </p:cNvPr>
            <p:cNvCxnSpPr>
              <a:cxnSpLocks/>
            </p:cNvCxnSpPr>
            <p:nvPr/>
          </p:nvCxnSpPr>
          <p:spPr>
            <a:xfrm>
              <a:off x="4827905" y="4499024"/>
              <a:ext cx="1096755" cy="985855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01594BBA-10BC-4E04-85E3-9271AC76FF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214" y="4560042"/>
              <a:ext cx="1216907" cy="912864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4FFE7EA4-CBFB-4E56-A2C8-0EDC1050DCF0}"/>
                </a:ext>
              </a:extLst>
            </p:cNvPr>
            <p:cNvGrpSpPr/>
            <p:nvPr/>
          </p:nvGrpSpPr>
          <p:grpSpPr>
            <a:xfrm rot="5400000">
              <a:off x="4668025" y="2746002"/>
              <a:ext cx="5951782" cy="1670980"/>
              <a:chOff x="503426" y="3016562"/>
              <a:chExt cx="8402400" cy="3490991"/>
            </a:xfrm>
          </p:grpSpPr>
          <p:cxnSp>
            <p:nvCxnSpPr>
              <p:cNvPr id="227" name="直接连接符 226">
                <a:extLst>
                  <a:ext uri="{FF2B5EF4-FFF2-40B4-BE49-F238E27FC236}">
                    <a16:creationId xmlns:a16="http://schemas.microsoft.com/office/drawing/2014/main" id="{6E97011D-2DE9-469C-9684-CF4F277633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44450">
                <a:solidFill>
                  <a:srgbClr val="B4B4B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>
                <a:extLst>
                  <a:ext uri="{FF2B5EF4-FFF2-40B4-BE49-F238E27FC236}">
                    <a16:creationId xmlns:a16="http://schemas.microsoft.com/office/drawing/2014/main" id="{8DAE6624-0D8A-47A6-80B4-970FC853751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44450">
                <a:solidFill>
                  <a:srgbClr val="B4B4B4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>
                <a:extLst>
                  <a:ext uri="{FF2B5EF4-FFF2-40B4-BE49-F238E27FC236}">
                    <a16:creationId xmlns:a16="http://schemas.microsoft.com/office/drawing/2014/main" id="{0A949B33-95BB-4186-BBFC-285C2C884C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44450" cap="rnd">
                <a:solidFill>
                  <a:srgbClr val="B4B4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965DA7D4-FB22-472A-98F2-01316898D8E9}"/>
                </a:ext>
              </a:extLst>
            </p:cNvPr>
            <p:cNvGrpSpPr/>
            <p:nvPr/>
          </p:nvGrpSpPr>
          <p:grpSpPr>
            <a:xfrm rot="16200000" flipH="1">
              <a:off x="1203419" y="2742975"/>
              <a:ext cx="5951782" cy="1728000"/>
              <a:chOff x="503427" y="3016558"/>
              <a:chExt cx="8402400" cy="4189191"/>
            </a:xfrm>
          </p:grpSpPr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6FE5B356-0640-4592-8A9F-0B5322745D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44450">
                <a:solidFill>
                  <a:srgbClr val="B4B4B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E8C8A87D-DD29-4BD0-B0D5-BE30C960AE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44450">
                <a:solidFill>
                  <a:srgbClr val="B4B4B4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>
                <a:extLst>
                  <a:ext uri="{FF2B5EF4-FFF2-40B4-BE49-F238E27FC236}">
                    <a16:creationId xmlns:a16="http://schemas.microsoft.com/office/drawing/2014/main" id="{3842F73C-2103-4361-9120-BDEA699D8B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44450" cap="rnd">
                <a:solidFill>
                  <a:srgbClr val="B4B4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7D0DF990-5C8E-4133-B708-D19A72AFCF2D}"/>
                </a:ext>
              </a:extLst>
            </p:cNvPr>
            <p:cNvGrpSpPr/>
            <p:nvPr/>
          </p:nvGrpSpPr>
          <p:grpSpPr>
            <a:xfrm>
              <a:off x="6301375" y="2515062"/>
              <a:ext cx="1764000" cy="1952872"/>
              <a:chOff x="3862975" y="2867988"/>
              <a:chExt cx="1764000" cy="1952872"/>
            </a:xfrm>
          </p:grpSpPr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9FCBBDF4-154D-4598-9CB7-97BBED777215}"/>
                  </a:ext>
                </a:extLst>
              </p:cNvPr>
              <p:cNvGrpSpPr/>
              <p:nvPr/>
            </p:nvGrpSpPr>
            <p:grpSpPr>
              <a:xfrm>
                <a:off x="3862975" y="2867988"/>
                <a:ext cx="1764000" cy="1952872"/>
                <a:chOff x="4023707" y="2901877"/>
                <a:chExt cx="1764000" cy="1952872"/>
              </a:xfrm>
            </p:grpSpPr>
            <p:sp>
              <p:nvSpPr>
                <p:cNvPr id="218" name="Rounded Rectangle 6">
                  <a:extLst>
                    <a:ext uri="{FF2B5EF4-FFF2-40B4-BE49-F238E27FC236}">
                      <a16:creationId xmlns:a16="http://schemas.microsoft.com/office/drawing/2014/main" id="{D4B82B82-B424-4156-BBE9-37EAA668C9B6}"/>
                    </a:ext>
                  </a:extLst>
                </p:cNvPr>
                <p:cNvSpPr/>
                <p:nvPr/>
              </p:nvSpPr>
              <p:spPr>
                <a:xfrm>
                  <a:off x="4104144" y="2946749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9" name="组合 218">
                  <a:extLst>
                    <a:ext uri="{FF2B5EF4-FFF2-40B4-BE49-F238E27FC236}">
                      <a16:creationId xmlns:a16="http://schemas.microsoft.com/office/drawing/2014/main" id="{AF9241E2-E5A9-4582-A17D-FB277117B841}"/>
                    </a:ext>
                  </a:extLst>
                </p:cNvPr>
                <p:cNvGrpSpPr/>
                <p:nvPr/>
              </p:nvGrpSpPr>
              <p:grpSpPr>
                <a:xfrm>
                  <a:off x="4670666" y="3024780"/>
                  <a:ext cx="488265" cy="412025"/>
                  <a:chOff x="6337606" y="3882161"/>
                  <a:chExt cx="449433" cy="379256"/>
                </a:xfrm>
              </p:grpSpPr>
              <p:cxnSp>
                <p:nvCxnSpPr>
                  <p:cNvPr id="222" name="直接连接符 221">
                    <a:extLst>
                      <a:ext uri="{FF2B5EF4-FFF2-40B4-BE49-F238E27FC236}">
                        <a16:creationId xmlns:a16="http://schemas.microsoft.com/office/drawing/2014/main" id="{1E7B2E49-E07B-4CB3-9B72-D83A7E8AF3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直接连接符 222">
                    <a:extLst>
                      <a:ext uri="{FF2B5EF4-FFF2-40B4-BE49-F238E27FC236}">
                        <a16:creationId xmlns:a16="http://schemas.microsoft.com/office/drawing/2014/main" id="{0463AC95-8746-4A3F-957B-ADA2AA42EF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21355" y="4261417"/>
                    <a:ext cx="165684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78036659-569A-4DB5-9F7E-580D68996738}"/>
                    </a:ext>
                  </a:extLst>
                </p:cNvPr>
                <p:cNvSpPr txBox="1"/>
                <p:nvPr/>
              </p:nvSpPr>
              <p:spPr>
                <a:xfrm>
                  <a:off x="4023707" y="3771378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(RFD)</a:t>
                  </a:r>
                </a:p>
              </p:txBody>
            </p:sp>
            <p:pic>
              <p:nvPicPr>
                <p:cNvPr id="221" name="图形 220">
                  <a:extLst>
                    <a:ext uri="{FF2B5EF4-FFF2-40B4-BE49-F238E27FC236}">
                      <a16:creationId xmlns:a16="http://schemas.microsoft.com/office/drawing/2014/main" id="{BE54726B-170E-4136-8148-955A569FA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r="14485"/>
                <a:stretch/>
              </p:blipFill>
              <p:spPr>
                <a:xfrm>
                  <a:off x="4354242" y="2901877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1E72F150-9CC4-4BC5-88C4-F98D1104A1A3}"/>
                  </a:ext>
                </a:extLst>
              </p:cNvPr>
              <p:cNvCxnSpPr/>
              <p:nvPr/>
            </p:nvCxnSpPr>
            <p:spPr>
              <a:xfrm>
                <a:off x="4919186" y="3015213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B934BD07-94EF-4218-B80E-7A9BFA4DCBD7}"/>
                </a:ext>
              </a:extLst>
            </p:cNvPr>
            <p:cNvGrpSpPr/>
            <p:nvPr/>
          </p:nvGrpSpPr>
          <p:grpSpPr>
            <a:xfrm>
              <a:off x="6266286" y="-373840"/>
              <a:ext cx="1794615" cy="1929414"/>
              <a:chOff x="3827886" y="-20914"/>
              <a:chExt cx="1794615" cy="1929414"/>
            </a:xfrm>
          </p:grpSpPr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6C627E34-01F4-4D83-A68B-08A68ABC43C7}"/>
                  </a:ext>
                </a:extLst>
              </p:cNvPr>
              <p:cNvSpPr txBox="1"/>
              <p:nvPr/>
            </p:nvSpPr>
            <p:spPr>
              <a:xfrm>
                <a:off x="3827886" y="84949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(FD)</a:t>
                </a:r>
              </a:p>
            </p:txBody>
          </p:sp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3C98A954-0EC7-4B8F-8A99-18EB8D1380CD}"/>
                  </a:ext>
                </a:extLst>
              </p:cNvPr>
              <p:cNvGrpSpPr/>
              <p:nvPr/>
            </p:nvGrpSpPr>
            <p:grpSpPr>
              <a:xfrm>
                <a:off x="3897880" y="-20914"/>
                <a:ext cx="1604833" cy="1908000"/>
                <a:chOff x="3897880" y="-20914"/>
                <a:chExt cx="1604833" cy="1908000"/>
              </a:xfrm>
            </p:grpSpPr>
            <p:cxnSp>
              <p:nvCxnSpPr>
                <p:cNvPr id="207" name="直接连接符 206">
                  <a:extLst>
                    <a:ext uri="{FF2B5EF4-FFF2-40B4-BE49-F238E27FC236}">
                      <a16:creationId xmlns:a16="http://schemas.microsoft.com/office/drawing/2014/main" id="{337926E3-343F-4CC0-BFB2-3163BC263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95FC73A7-F823-4A15-81A8-C2DB693C1F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9" name="Rounded Rectangle 6">
                  <a:extLst>
                    <a:ext uri="{FF2B5EF4-FFF2-40B4-BE49-F238E27FC236}">
                      <a16:creationId xmlns:a16="http://schemas.microsoft.com/office/drawing/2014/main" id="{5EADE50D-FE88-4D73-BFE2-A4BC960B4C95}"/>
                    </a:ext>
                  </a:extLst>
                </p:cNvPr>
                <p:cNvSpPr/>
                <p:nvPr/>
              </p:nvSpPr>
              <p:spPr>
                <a:xfrm>
                  <a:off x="3897880" y="-20914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10" name="直接连接符 209">
                  <a:extLst>
                    <a:ext uri="{FF2B5EF4-FFF2-40B4-BE49-F238E27FC236}">
                      <a16:creationId xmlns:a16="http://schemas.microsoft.com/office/drawing/2014/main" id="{F5C73F4F-F10C-49CB-96F6-59141C42F7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62546" y="517303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1" name="组合 210">
                  <a:extLst>
                    <a:ext uri="{FF2B5EF4-FFF2-40B4-BE49-F238E27FC236}">
                      <a16:creationId xmlns:a16="http://schemas.microsoft.com/office/drawing/2014/main" id="{FB51BD2A-8D98-41C1-B5AD-3A2543E8FDBA}"/>
                    </a:ext>
                  </a:extLst>
                </p:cNvPr>
                <p:cNvGrpSpPr/>
                <p:nvPr/>
              </p:nvGrpSpPr>
              <p:grpSpPr>
                <a:xfrm>
                  <a:off x="4258754" y="298157"/>
                  <a:ext cx="320699" cy="792926"/>
                  <a:chOff x="4258754" y="268661"/>
                  <a:chExt cx="320699" cy="792926"/>
                </a:xfrm>
              </p:grpSpPr>
              <p:pic>
                <p:nvPicPr>
                  <p:cNvPr id="214" name="图形 213" descr="三叶草">
                    <a:extLst>
                      <a:ext uri="{FF2B5EF4-FFF2-40B4-BE49-F238E27FC236}">
                        <a16:creationId xmlns:a16="http://schemas.microsoft.com/office/drawing/2014/main" id="{369957A6-ED64-4442-8334-75E200571F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4258754" y="268661"/>
                    <a:ext cx="271444" cy="792926"/>
                  </a:xfrm>
                  <a:prstGeom prst="rect">
                    <a:avLst/>
                  </a:prstGeom>
                </p:spPr>
              </p:pic>
              <p:pic>
                <p:nvPicPr>
                  <p:cNvPr id="215" name="图形 214" descr="鲜花">
                    <a:extLst>
                      <a:ext uri="{FF2B5EF4-FFF2-40B4-BE49-F238E27FC236}">
                        <a16:creationId xmlns:a16="http://schemas.microsoft.com/office/drawing/2014/main" id="{547BCCB0-FA08-44B5-81AF-37E2D520FD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rcRect t="57338"/>
                  <a:stretch/>
                </p:blipFill>
                <p:spPr>
                  <a:xfrm>
                    <a:off x="4347861" y="363745"/>
                    <a:ext cx="231592" cy="988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2" name="图形 211" descr="盆花">
                  <a:extLst>
                    <a:ext uri="{FF2B5EF4-FFF2-40B4-BE49-F238E27FC236}">
                      <a16:creationId xmlns:a16="http://schemas.microsoft.com/office/drawing/2014/main" id="{8A6318BE-AD4D-4028-A71D-E51E6EBD30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  <p:pic>
              <p:nvPicPr>
                <p:cNvPr id="213" name="图形 212" descr="无茎花朵">
                  <a:extLst>
                    <a:ext uri="{FF2B5EF4-FFF2-40B4-BE49-F238E27FC236}">
                      <a16:creationId xmlns:a16="http://schemas.microsoft.com/office/drawing/2014/main" id="{8F2B8A1B-E242-4E16-BEA8-61BA7EDA1E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2CCC21B7-5D8C-4A1B-8918-12CDA7A995CC}"/>
                </a:ext>
              </a:extLst>
            </p:cNvPr>
            <p:cNvGrpSpPr/>
            <p:nvPr/>
          </p:nvGrpSpPr>
          <p:grpSpPr>
            <a:xfrm>
              <a:off x="3805815" y="-355512"/>
              <a:ext cx="1794615" cy="1908000"/>
              <a:chOff x="1367415" y="-2586"/>
              <a:chExt cx="1794615" cy="1908000"/>
            </a:xfrm>
          </p:grpSpPr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609EA8FF-B497-4782-9EC4-37D1B94F0181}"/>
                  </a:ext>
                </a:extLst>
              </p:cNvPr>
              <p:cNvGrpSpPr/>
              <p:nvPr/>
            </p:nvGrpSpPr>
            <p:grpSpPr>
              <a:xfrm>
                <a:off x="1367415" y="-2586"/>
                <a:ext cx="1794615" cy="1908000"/>
                <a:chOff x="1869455" y="-4325"/>
                <a:chExt cx="1794615" cy="1908000"/>
              </a:xfrm>
            </p:grpSpPr>
            <p:sp>
              <p:nvSpPr>
                <p:cNvPr id="194" name="Rounded Rectangle 6">
                  <a:extLst>
                    <a:ext uri="{FF2B5EF4-FFF2-40B4-BE49-F238E27FC236}">
                      <a16:creationId xmlns:a16="http://schemas.microsoft.com/office/drawing/2014/main" id="{5F62CA12-A5D2-4F5B-A243-941C04A245C3}"/>
                    </a:ext>
                  </a:extLst>
                </p:cNvPr>
                <p:cNvSpPr/>
                <p:nvPr/>
              </p:nvSpPr>
              <p:spPr>
                <a:xfrm>
                  <a:off x="1914865" y="-4325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B24E16E1-5B44-45DC-8373-CE6C5FEF664E}"/>
                    </a:ext>
                  </a:extLst>
                </p:cNvPr>
                <p:cNvSpPr txBox="1"/>
                <p:nvPr/>
              </p:nvSpPr>
              <p:spPr>
                <a:xfrm>
                  <a:off x="1869455" y="84319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(PD)</a:t>
                  </a:r>
                </a:p>
              </p:txBody>
            </p:sp>
            <p:grpSp>
              <p:nvGrpSpPr>
                <p:cNvPr id="196" name="组合 195">
                  <a:extLst>
                    <a:ext uri="{FF2B5EF4-FFF2-40B4-BE49-F238E27FC236}">
                      <a16:creationId xmlns:a16="http://schemas.microsoft.com/office/drawing/2014/main" id="{297188F0-6DBD-4820-9FF4-C0E01EB5FC7E}"/>
                    </a:ext>
                  </a:extLst>
                </p:cNvPr>
                <p:cNvGrpSpPr/>
                <p:nvPr/>
              </p:nvGrpSpPr>
              <p:grpSpPr>
                <a:xfrm rot="5400000">
                  <a:off x="2434220" y="-89052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198" name="直接连接符 197">
                    <a:extLst>
                      <a:ext uri="{FF2B5EF4-FFF2-40B4-BE49-F238E27FC236}">
                        <a16:creationId xmlns:a16="http://schemas.microsoft.com/office/drawing/2014/main" id="{4FD18939-8CB1-434C-A3AE-B4F63CA5B6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直接连接符 198">
                    <a:extLst>
                      <a:ext uri="{FF2B5EF4-FFF2-40B4-BE49-F238E27FC236}">
                        <a16:creationId xmlns:a16="http://schemas.microsoft.com/office/drawing/2014/main" id="{58596200-F366-4E59-AF40-8BBDB5F75B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直接连接符 199">
                    <a:extLst>
                      <a:ext uri="{FF2B5EF4-FFF2-40B4-BE49-F238E27FC236}">
                        <a16:creationId xmlns:a16="http://schemas.microsoft.com/office/drawing/2014/main" id="{23E6EEFA-38C9-483E-9DE9-9B860207B6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直接连接符 200">
                    <a:extLst>
                      <a:ext uri="{FF2B5EF4-FFF2-40B4-BE49-F238E27FC236}">
                        <a16:creationId xmlns:a16="http://schemas.microsoft.com/office/drawing/2014/main" id="{77076C82-BCCC-485F-B74E-220330E1C5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直接连接符 201">
                    <a:extLst>
                      <a:ext uri="{FF2B5EF4-FFF2-40B4-BE49-F238E27FC236}">
                        <a16:creationId xmlns:a16="http://schemas.microsoft.com/office/drawing/2014/main" id="{31176D07-5DBF-439B-B3A2-BCCFD3EF48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直接连接符 202">
                    <a:extLst>
                      <a:ext uri="{FF2B5EF4-FFF2-40B4-BE49-F238E27FC236}">
                        <a16:creationId xmlns:a16="http://schemas.microsoft.com/office/drawing/2014/main" id="{0E780CFF-9651-49AB-88E6-84629D1A46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直接连接符 203">
                    <a:extLst>
                      <a:ext uri="{FF2B5EF4-FFF2-40B4-BE49-F238E27FC236}">
                        <a16:creationId xmlns:a16="http://schemas.microsoft.com/office/drawing/2014/main" id="{1BFA5BC4-F25C-4DE2-B93E-7670465740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7" name="直接箭头连接符 196">
                  <a:extLst>
                    <a:ext uri="{FF2B5EF4-FFF2-40B4-BE49-F238E27FC236}">
                      <a16:creationId xmlns:a16="http://schemas.microsoft.com/office/drawing/2014/main" id="{7668441F-CB0F-4345-B3C8-8A6C494CA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11591" y="370576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3" name="图形 192" descr="无茎花朵">
                <a:extLst>
                  <a:ext uri="{FF2B5EF4-FFF2-40B4-BE49-F238E27FC236}">
                    <a16:creationId xmlns:a16="http://schemas.microsoft.com/office/drawing/2014/main" id="{1A772BE3-4606-43C2-8337-6831E39D2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5400000">
                <a:off x="1621479" y="580458"/>
                <a:ext cx="426720" cy="426720"/>
              </a:xfrm>
              <a:prstGeom prst="rect">
                <a:avLst/>
              </a:prstGeom>
            </p:spPr>
          </p:pic>
        </p:grpSp>
        <p:pic>
          <p:nvPicPr>
            <p:cNvPr id="172" name="图形 171">
              <a:extLst>
                <a:ext uri="{FF2B5EF4-FFF2-40B4-BE49-F238E27FC236}">
                  <a16:creationId xmlns:a16="http://schemas.microsoft.com/office/drawing/2014/main" id="{68E0A720-A675-4C10-AAB5-4FBAE84883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19737" t="19759" r="19394" b="26498"/>
            <a:stretch/>
          </p:blipFill>
          <p:spPr>
            <a:xfrm>
              <a:off x="4861565" y="2929125"/>
              <a:ext cx="352647" cy="374051"/>
            </a:xfrm>
            <a:prstGeom prst="rect">
              <a:avLst/>
            </a:prstGeom>
          </p:spPr>
        </p:pic>
        <p:pic>
          <p:nvPicPr>
            <p:cNvPr id="173" name="图形 172" descr="无茎花朵">
              <a:extLst>
                <a:ext uri="{FF2B5EF4-FFF2-40B4-BE49-F238E27FC236}">
                  <a16:creationId xmlns:a16="http://schemas.microsoft.com/office/drawing/2014/main" id="{35F71E1A-B4B2-41AA-8716-8A6BD6FCB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4493812" y="2585335"/>
              <a:ext cx="426720" cy="426720"/>
            </a:xfrm>
            <a:prstGeom prst="rect">
              <a:avLst/>
            </a:prstGeom>
          </p:spPr>
        </p:pic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9042F55A-CD98-4B27-B7C1-1C4A3944A01D}"/>
                </a:ext>
              </a:extLst>
            </p:cNvPr>
            <p:cNvGrpSpPr/>
            <p:nvPr/>
          </p:nvGrpSpPr>
          <p:grpSpPr>
            <a:xfrm>
              <a:off x="5107020" y="5541728"/>
              <a:ext cx="1604833" cy="1940786"/>
              <a:chOff x="2668620" y="5894654"/>
              <a:chExt cx="1604833" cy="1940786"/>
            </a:xfrm>
          </p:grpSpPr>
          <p:grpSp>
            <p:nvGrpSpPr>
              <p:cNvPr id="175" name="组合 174">
                <a:extLst>
                  <a:ext uri="{FF2B5EF4-FFF2-40B4-BE49-F238E27FC236}">
                    <a16:creationId xmlns:a16="http://schemas.microsoft.com/office/drawing/2014/main" id="{021ECBB4-BBE1-4B8C-A63C-4DF955A91237}"/>
                  </a:ext>
                </a:extLst>
              </p:cNvPr>
              <p:cNvGrpSpPr/>
              <p:nvPr/>
            </p:nvGrpSpPr>
            <p:grpSpPr>
              <a:xfrm>
                <a:off x="3266699" y="6195312"/>
                <a:ext cx="318310" cy="781628"/>
                <a:chOff x="992031" y="5159393"/>
                <a:chExt cx="322911" cy="792926"/>
              </a:xfrm>
            </p:grpSpPr>
            <p:pic>
              <p:nvPicPr>
                <p:cNvPr id="190" name="图形 189" descr="鲜花">
                  <a:extLst>
                    <a:ext uri="{FF2B5EF4-FFF2-40B4-BE49-F238E27FC236}">
                      <a16:creationId xmlns:a16="http://schemas.microsoft.com/office/drawing/2014/main" id="{FCE0619A-8EBA-440F-911D-4D702A3AFD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191" name="图形 190" descr="三叶草">
                  <a:extLst>
                    <a:ext uri="{FF2B5EF4-FFF2-40B4-BE49-F238E27FC236}">
                      <a16:creationId xmlns:a16="http://schemas.microsoft.com/office/drawing/2014/main" id="{5C94647D-89B7-4C07-B862-84D85B8837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176" name="组合 175">
                <a:extLst>
                  <a:ext uri="{FF2B5EF4-FFF2-40B4-BE49-F238E27FC236}">
                    <a16:creationId xmlns:a16="http://schemas.microsoft.com/office/drawing/2014/main" id="{C3898AAA-02C5-4623-AE24-6300B6B875A9}"/>
                  </a:ext>
                </a:extLst>
              </p:cNvPr>
              <p:cNvGrpSpPr/>
              <p:nvPr/>
            </p:nvGrpSpPr>
            <p:grpSpPr>
              <a:xfrm>
                <a:off x="3089452" y="6256861"/>
                <a:ext cx="263931" cy="648098"/>
                <a:chOff x="992032" y="5159393"/>
                <a:chExt cx="322910" cy="792926"/>
              </a:xfrm>
            </p:grpSpPr>
            <p:pic>
              <p:nvPicPr>
                <p:cNvPr id="188" name="图形 187" descr="鲜花">
                  <a:extLst>
                    <a:ext uri="{FF2B5EF4-FFF2-40B4-BE49-F238E27FC236}">
                      <a16:creationId xmlns:a16="http://schemas.microsoft.com/office/drawing/2014/main" id="{E8711A8B-B9C1-4611-BAE4-0C82E3CCA9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189" name="图形 188" descr="三叶草">
                  <a:extLst>
                    <a:ext uri="{FF2B5EF4-FFF2-40B4-BE49-F238E27FC236}">
                      <a16:creationId xmlns:a16="http://schemas.microsoft.com/office/drawing/2014/main" id="{C8EC3092-55E8-43E3-BECD-593C666892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2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177" name="组合 176">
                <a:extLst>
                  <a:ext uri="{FF2B5EF4-FFF2-40B4-BE49-F238E27FC236}">
                    <a16:creationId xmlns:a16="http://schemas.microsoft.com/office/drawing/2014/main" id="{D2BB6D41-AB2A-45B8-B20D-2E628CCF808D}"/>
                  </a:ext>
                </a:extLst>
              </p:cNvPr>
              <p:cNvGrpSpPr/>
              <p:nvPr/>
            </p:nvGrpSpPr>
            <p:grpSpPr>
              <a:xfrm>
                <a:off x="3509710" y="6228272"/>
                <a:ext cx="285065" cy="699992"/>
                <a:chOff x="992031" y="5159393"/>
                <a:chExt cx="322911" cy="792926"/>
              </a:xfrm>
            </p:grpSpPr>
            <p:pic>
              <p:nvPicPr>
                <p:cNvPr id="186" name="图形 185" descr="鲜花">
                  <a:extLst>
                    <a:ext uri="{FF2B5EF4-FFF2-40B4-BE49-F238E27FC236}">
                      <a16:creationId xmlns:a16="http://schemas.microsoft.com/office/drawing/2014/main" id="{B012B02C-59A4-48FC-A91B-C9A1DC7ACE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187" name="图形 186" descr="三叶草">
                  <a:extLst>
                    <a:ext uri="{FF2B5EF4-FFF2-40B4-BE49-F238E27FC236}">
                      <a16:creationId xmlns:a16="http://schemas.microsoft.com/office/drawing/2014/main" id="{09F8886A-6B6E-4CD5-9BD5-CAF4823F73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178" name="图形 177" descr="盆花">
                <a:extLst>
                  <a:ext uri="{FF2B5EF4-FFF2-40B4-BE49-F238E27FC236}">
                    <a16:creationId xmlns:a16="http://schemas.microsoft.com/office/drawing/2014/main" id="{6BD421D7-B0DC-46A0-8610-D77A2DC303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l="25816" t="53728" r="21971" b="37594"/>
              <a:stretch/>
            </p:blipFill>
            <p:spPr>
              <a:xfrm>
                <a:off x="3033060" y="6724711"/>
                <a:ext cx="969509" cy="114998"/>
              </a:xfrm>
              <a:prstGeom prst="rect">
                <a:avLst/>
              </a:prstGeom>
            </p:spPr>
          </p:pic>
          <p:sp>
            <p:nvSpPr>
              <p:cNvPr id="184" name="Rounded Rectangle 6">
                <a:extLst>
                  <a:ext uri="{FF2B5EF4-FFF2-40B4-BE49-F238E27FC236}">
                    <a16:creationId xmlns:a16="http://schemas.microsoft.com/office/drawing/2014/main" id="{4C2EA53E-46BC-45E3-B224-DC914EBEBF62}"/>
                  </a:ext>
                </a:extLst>
              </p:cNvPr>
              <p:cNvSpPr/>
              <p:nvPr/>
            </p:nvSpPr>
            <p:spPr>
              <a:xfrm>
                <a:off x="2668620" y="5927440"/>
                <a:ext cx="1604833" cy="1908000"/>
              </a:xfrm>
              <a:prstGeom prst="roundRect">
                <a:avLst/>
              </a:prstGeom>
              <a:solidFill>
                <a:srgbClr val="1E908C">
                  <a:alpha val="5098"/>
                </a:srgbClr>
              </a:solidFill>
              <a:ln w="9525">
                <a:solidFill>
                  <a:srgbClr val="1E9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1" name="图形 180" descr="无茎花朵">
                <a:extLst>
                  <a:ext uri="{FF2B5EF4-FFF2-40B4-BE49-F238E27FC236}">
                    <a16:creationId xmlns:a16="http://schemas.microsoft.com/office/drawing/2014/main" id="{1A0B8DDF-B24B-4ADB-99B7-1FFCD58D8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5400000">
                <a:off x="3269396" y="5894654"/>
                <a:ext cx="426720" cy="426720"/>
              </a:xfrm>
              <a:prstGeom prst="rect">
                <a:avLst/>
              </a:prstGeom>
            </p:spPr>
          </p:pic>
          <p:pic>
            <p:nvPicPr>
              <p:cNvPr id="182" name="图形 181" descr="无茎花朵">
                <a:extLst>
                  <a:ext uri="{FF2B5EF4-FFF2-40B4-BE49-F238E27FC236}">
                    <a16:creationId xmlns:a16="http://schemas.microsoft.com/office/drawing/2014/main" id="{D392AE2B-3EA6-4F27-96C6-1CA9A9DF0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5400000">
                <a:off x="3125876" y="6053269"/>
                <a:ext cx="289139" cy="289139"/>
              </a:xfrm>
              <a:prstGeom prst="rect">
                <a:avLst/>
              </a:prstGeom>
            </p:spPr>
          </p:pic>
          <p:pic>
            <p:nvPicPr>
              <p:cNvPr id="183" name="图形 182" descr="无茎花朵">
                <a:extLst>
                  <a:ext uri="{FF2B5EF4-FFF2-40B4-BE49-F238E27FC236}">
                    <a16:creationId xmlns:a16="http://schemas.microsoft.com/office/drawing/2014/main" id="{D70CF8E2-1A89-48FC-BF0A-953C0332A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5400000">
                <a:off x="3557871" y="6027968"/>
                <a:ext cx="289139" cy="289139"/>
              </a:xfrm>
              <a:prstGeom prst="rect">
                <a:avLst/>
              </a:prstGeom>
            </p:spPr>
          </p:pic>
        </p:grpSp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57AD6C16-2C74-4303-8F51-ECB402FA2D6C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1989" y="210562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140" name="图片 139">
              <a:extLst>
                <a:ext uri="{FF2B5EF4-FFF2-40B4-BE49-F238E27FC236}">
                  <a16:creationId xmlns:a16="http://schemas.microsoft.com/office/drawing/2014/main" id="{73ED6107-628C-4F35-ACBE-666F4B42BD43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8208" y="216684"/>
              <a:ext cx="345600" cy="374400"/>
            </a:xfrm>
            <a:prstGeom prst="rect">
              <a:avLst/>
            </a:prstGeom>
            <a:noFill/>
          </p:spPr>
        </p:pic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6BCAFDF6-9170-4615-9EDE-6A987509890C}"/>
                </a:ext>
              </a:extLst>
            </p:cNvPr>
            <p:cNvCxnSpPr>
              <a:cxnSpLocks/>
            </p:cNvCxnSpPr>
            <p:nvPr/>
          </p:nvCxnSpPr>
          <p:spPr>
            <a:xfrm>
              <a:off x="5035327" y="1599761"/>
              <a:ext cx="1927716" cy="920029"/>
            </a:xfrm>
            <a:prstGeom prst="straightConnector1">
              <a:avLst/>
            </a:prstGeom>
            <a:ln w="44450" cap="rnd">
              <a:solidFill>
                <a:srgbClr val="B4B4B4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FCC0FEC2-690D-4450-A4A4-604B70081724}"/>
                </a:ext>
              </a:extLst>
            </p:cNvPr>
            <p:cNvSpPr txBox="1"/>
            <p:nvPr/>
          </p:nvSpPr>
          <p:spPr>
            <a:xfrm>
              <a:off x="5027268" y="6406917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1E908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Establishment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dirty="0">
                  <a:solidFill>
                    <a:srgbClr val="1E908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 dominance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1E908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</a:t>
              </a:r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555C71F3-7DFA-49F1-BF52-8D0E01138565}"/>
                </a:ext>
              </a:extLst>
            </p:cNvPr>
            <p:cNvSpPr txBox="1"/>
            <p:nvPr/>
          </p:nvSpPr>
          <p:spPr>
            <a:xfrm>
              <a:off x="3689889" y="4845842"/>
              <a:ext cx="926342" cy="3942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F5F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Exotics</a:t>
              </a: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52218DA7-25C1-42A5-AB61-34B64F8E30EB}"/>
                </a:ext>
              </a:extLst>
            </p:cNvPr>
            <p:cNvSpPr txBox="1"/>
            <p:nvPr/>
          </p:nvSpPr>
          <p:spPr>
            <a:xfrm>
              <a:off x="3858447" y="5211192"/>
              <a:ext cx="1152000" cy="3942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F5F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Natives</a:t>
              </a:r>
            </a:p>
          </p:txBody>
        </p:sp>
        <p:pic>
          <p:nvPicPr>
            <p:cNvPr id="253" name="图片 252">
              <a:extLst>
                <a:ext uri="{FF2B5EF4-FFF2-40B4-BE49-F238E27FC236}">
                  <a16:creationId xmlns:a16="http://schemas.microsoft.com/office/drawing/2014/main" id="{266840B6-A406-499A-B15F-0CE4547A5156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9199" y="5180782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254" name="图片 253">
              <a:extLst>
                <a:ext uri="{FF2B5EF4-FFF2-40B4-BE49-F238E27FC236}">
                  <a16:creationId xmlns:a16="http://schemas.microsoft.com/office/drawing/2014/main" id="{D16D0BB5-CE4C-4B4E-B6AD-580068573A7D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7082" y="5186904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255" name="图形 254" descr="无茎花朵">
              <a:extLst>
                <a:ext uri="{FF2B5EF4-FFF2-40B4-BE49-F238E27FC236}">
                  <a16:creationId xmlns:a16="http://schemas.microsoft.com/office/drawing/2014/main" id="{7ADB0399-30E1-4D20-94A8-F6510892C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3370188" y="4838535"/>
              <a:ext cx="426720" cy="426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572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1ED16-D848-41DA-BE8F-47000B218506}"/>
              </a:ext>
            </a:extLst>
          </p:cNvPr>
          <p:cNvGrpSpPr/>
          <p:nvPr/>
        </p:nvGrpSpPr>
        <p:grpSpPr>
          <a:xfrm>
            <a:off x="618797" y="686244"/>
            <a:ext cx="10952367" cy="5425173"/>
            <a:chOff x="618797" y="686244"/>
            <a:chExt cx="10952367" cy="5425173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F29658C-81BB-4E33-BD83-03698F8DA13C}"/>
                </a:ext>
              </a:extLst>
            </p:cNvPr>
            <p:cNvSpPr txBox="1"/>
            <p:nvPr/>
          </p:nvSpPr>
          <p:spPr>
            <a:xfrm>
              <a:off x="3078609" y="5680530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0.691,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0.708, AIC = 48019.836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8797" y="686244"/>
              <a:ext cx="10952367" cy="5028896"/>
              <a:chOff x="950227" y="487682"/>
              <a:chExt cx="10952367" cy="5028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0.42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8" t="-7042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0.16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451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0.26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8" t="-8451" r="-583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487682"/>
                <a:ext cx="10952367" cy="5028896"/>
                <a:chOff x="950227" y="487682"/>
                <a:chExt cx="10952367" cy="5028896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71697"/>
                  <a:ext cx="2489" cy="936000"/>
                </a:xfrm>
                <a:prstGeom prst="straightConnector1">
                  <a:avLst/>
                </a:prstGeom>
                <a:ln w="19050">
                  <a:solidFill>
                    <a:srgbClr val="4D4D4D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43088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sz="2200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487682"/>
                  <a:ext cx="10952367" cy="5028896"/>
                  <a:chOff x="950227" y="487682"/>
                  <a:chExt cx="10952367" cy="5028896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487682"/>
                    <a:ext cx="10111588" cy="5028896"/>
                    <a:chOff x="1403232" y="364465"/>
                    <a:chExt cx="10111588" cy="5028896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76168" y="2014939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35044" y="3074195"/>
                      <a:ext cx="76765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414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78618"/>
                      <a:ext cx="84348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349274" y="2657417"/>
                      <a:ext cx="91828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638000"/>
                    </a:xfrm>
                    <a:prstGeom prst="straightConnector1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58069" y="4987546"/>
                      <a:ext cx="8362800" cy="28598"/>
                    </a:xfrm>
                    <a:prstGeom prst="line">
                      <a:avLst/>
                    </a:prstGeom>
                    <a:ln w="57150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79252"/>
                      <a:ext cx="14159" cy="1620000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4D4D4D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50376"/>
                      <a:ext cx="0" cy="540000"/>
                    </a:xfrm>
                    <a:prstGeom prst="line">
                      <a:avLst/>
                    </a:prstGeom>
                    <a:ln w="5715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62474"/>
                      <a:ext cx="92980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64465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-0.35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463561"/>
                      <a:ext cx="0" cy="936000"/>
                    </a:xfrm>
                    <a:prstGeom prst="straightConnector1">
                      <a:avLst/>
                    </a:prstGeom>
                    <a:ln w="1905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73166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8860" y="3547187"/>
                      <a:ext cx="90235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6178516" y="563637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1BAAA8-4DAA-43C3-A60B-1A93F93506BF}"/>
              </a:ext>
            </a:extLst>
          </p:cNvPr>
          <p:cNvGrpSpPr/>
          <p:nvPr/>
        </p:nvGrpSpPr>
        <p:grpSpPr>
          <a:xfrm>
            <a:off x="619816" y="763749"/>
            <a:ext cx="10952367" cy="5392480"/>
            <a:chOff x="619816" y="763749"/>
            <a:chExt cx="10952367" cy="539248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63749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451" r="-2174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451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0.08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8571" r="-5310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90747"/>
                  <a:ext cx="2489" cy="936000"/>
                </a:xfrm>
                <a:prstGeom prst="straightConnector1">
                  <a:avLst/>
                </a:prstGeom>
                <a:ln w="571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0.15</a:t>
                  </a:r>
                  <a:endParaRPr lang="zh-CN" altLang="en-US" sz="2200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6" y="1578618"/>
                      <a:ext cx="861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81103" y="2553971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4998498"/>
                      <a:ext cx="8316000" cy="1582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762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46574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8575F9A-6C7E-41A7-8453-A4EF95DB561B}"/>
                </a:ext>
              </a:extLst>
            </p:cNvPr>
            <p:cNvSpPr txBox="1"/>
            <p:nvPr/>
          </p:nvSpPr>
          <p:spPr>
            <a:xfrm>
              <a:off x="3060578" y="5725342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1.883, P = 0.390, AIC = 10734.053</a:t>
              </a: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AE1ACED-C4A8-4C97-8323-27D6BE1F48AC}"/>
              </a:ext>
            </a:extLst>
          </p:cNvPr>
          <p:cNvCxnSpPr>
            <a:cxnSpLocks/>
          </p:cNvCxnSpPr>
          <p:nvPr/>
        </p:nvCxnSpPr>
        <p:spPr>
          <a:xfrm flipH="1">
            <a:off x="6153948" y="568271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1BAAA8-4DAA-43C3-A60B-1A93F93506BF}"/>
              </a:ext>
            </a:extLst>
          </p:cNvPr>
          <p:cNvGrpSpPr/>
          <p:nvPr/>
        </p:nvGrpSpPr>
        <p:grpSpPr>
          <a:xfrm>
            <a:off x="619816" y="763749"/>
            <a:ext cx="10952367" cy="5392480"/>
            <a:chOff x="619816" y="763749"/>
            <a:chExt cx="10952367" cy="539248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63749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451" r="-2174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451" b="-28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0.08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8571" r="-5310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90747"/>
                  <a:ext cx="2489" cy="936000"/>
                </a:xfrm>
                <a:prstGeom prst="straightConnector1">
                  <a:avLst/>
                </a:prstGeom>
                <a:ln w="571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0.15</a:t>
                  </a:r>
                  <a:endParaRPr lang="zh-CN" altLang="en-US" sz="2200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6" y="1578618"/>
                      <a:ext cx="861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81103" y="2553971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4998498"/>
                      <a:ext cx="8316000" cy="1582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762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46574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8575F9A-6C7E-41A7-8453-A4EF95DB561B}"/>
                </a:ext>
              </a:extLst>
            </p:cNvPr>
            <p:cNvSpPr txBox="1"/>
            <p:nvPr/>
          </p:nvSpPr>
          <p:spPr>
            <a:xfrm>
              <a:off x="3060578" y="5725342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1.883, P = 0.390, AIC = 10734.053</a:t>
              </a: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AE1ACED-C4A8-4C97-8323-27D6BE1F48AC}"/>
              </a:ext>
            </a:extLst>
          </p:cNvPr>
          <p:cNvCxnSpPr>
            <a:cxnSpLocks/>
          </p:cNvCxnSpPr>
          <p:nvPr/>
        </p:nvCxnSpPr>
        <p:spPr>
          <a:xfrm flipH="1">
            <a:off x="6153948" y="568271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85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图形 333">
            <a:extLst>
              <a:ext uri="{FF2B5EF4-FFF2-40B4-BE49-F238E27FC236}">
                <a16:creationId xmlns:a16="http://schemas.microsoft.com/office/drawing/2014/main" id="{B6BD53EC-1228-440F-AD1C-F83FF67493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398" t="55746" r="37216" b="6193"/>
          <a:stretch/>
        </p:blipFill>
        <p:spPr>
          <a:xfrm>
            <a:off x="1512701" y="4214401"/>
            <a:ext cx="301275" cy="418714"/>
          </a:xfrm>
          <a:prstGeom prst="rect">
            <a:avLst/>
          </a:prstGeom>
        </p:spPr>
      </p:pic>
      <p:pic>
        <p:nvPicPr>
          <p:cNvPr id="335" name="图形 334">
            <a:extLst>
              <a:ext uri="{FF2B5EF4-FFF2-40B4-BE49-F238E27FC236}">
                <a16:creationId xmlns:a16="http://schemas.microsoft.com/office/drawing/2014/main" id="{6B3EE56A-4FEF-4CCC-BB06-ACE744D653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5398" t="55746" r="37216" b="6193"/>
          <a:stretch/>
        </p:blipFill>
        <p:spPr>
          <a:xfrm>
            <a:off x="1317633" y="4186424"/>
            <a:ext cx="318469" cy="442610"/>
          </a:xfrm>
          <a:prstGeom prst="rect">
            <a:avLst/>
          </a:prstGeom>
        </p:spPr>
      </p:pic>
      <p:pic>
        <p:nvPicPr>
          <p:cNvPr id="347" name="图形 346">
            <a:extLst>
              <a:ext uri="{FF2B5EF4-FFF2-40B4-BE49-F238E27FC236}">
                <a16:creationId xmlns:a16="http://schemas.microsoft.com/office/drawing/2014/main" id="{394630D9-DD94-42DE-9B89-D853BE0DAA8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660" t="-1092" r="26899" b="15716"/>
          <a:stretch/>
        </p:blipFill>
        <p:spPr>
          <a:xfrm>
            <a:off x="950072" y="3730764"/>
            <a:ext cx="439233" cy="825242"/>
          </a:xfrm>
          <a:prstGeom prst="rect">
            <a:avLst/>
          </a:prstGeom>
        </p:spPr>
      </p:pic>
      <p:pic>
        <p:nvPicPr>
          <p:cNvPr id="353" name="图形 352">
            <a:extLst>
              <a:ext uri="{FF2B5EF4-FFF2-40B4-BE49-F238E27FC236}">
                <a16:creationId xmlns:a16="http://schemas.microsoft.com/office/drawing/2014/main" id="{BCFD5958-947C-422D-A864-97DE9F121A4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454" t="5024" r="27105" b="5216"/>
          <a:stretch/>
        </p:blipFill>
        <p:spPr>
          <a:xfrm>
            <a:off x="9084063" y="2902180"/>
            <a:ext cx="305966" cy="604377"/>
          </a:xfrm>
          <a:prstGeom prst="rect">
            <a:avLst/>
          </a:prstGeom>
        </p:spPr>
      </p:pic>
      <p:pic>
        <p:nvPicPr>
          <p:cNvPr id="354" name="图形 353">
            <a:extLst>
              <a:ext uri="{FF2B5EF4-FFF2-40B4-BE49-F238E27FC236}">
                <a16:creationId xmlns:a16="http://schemas.microsoft.com/office/drawing/2014/main" id="{1699473D-292A-407F-9133-998FE0C83A5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454" t="5024" r="27105" b="5216"/>
          <a:stretch/>
        </p:blipFill>
        <p:spPr>
          <a:xfrm>
            <a:off x="9245864" y="2832096"/>
            <a:ext cx="331561" cy="654935"/>
          </a:xfrm>
          <a:prstGeom prst="rect">
            <a:avLst/>
          </a:prstGeom>
        </p:spPr>
      </p:pic>
      <p:pic>
        <p:nvPicPr>
          <p:cNvPr id="355" name="图形 354">
            <a:extLst>
              <a:ext uri="{FF2B5EF4-FFF2-40B4-BE49-F238E27FC236}">
                <a16:creationId xmlns:a16="http://schemas.microsoft.com/office/drawing/2014/main" id="{501A4AF1-CFFF-431F-B203-C2E1567E311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454" t="5024" r="27105" b="5216"/>
          <a:stretch/>
        </p:blipFill>
        <p:spPr>
          <a:xfrm>
            <a:off x="9468106" y="2964530"/>
            <a:ext cx="275587" cy="544369"/>
          </a:xfrm>
          <a:prstGeom prst="rect">
            <a:avLst/>
          </a:prstGeom>
        </p:spPr>
      </p:pic>
      <p:pic>
        <p:nvPicPr>
          <p:cNvPr id="244" name="图形 243">
            <a:extLst>
              <a:ext uri="{FF2B5EF4-FFF2-40B4-BE49-F238E27FC236}">
                <a16:creationId xmlns:a16="http://schemas.microsoft.com/office/drawing/2014/main" id="{6038BCD2-861B-4235-8F38-5AA4079B9ED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14485"/>
          <a:stretch/>
        </p:blipFill>
        <p:spPr>
          <a:xfrm>
            <a:off x="4879824" y="3651575"/>
            <a:ext cx="907051" cy="1001755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48469E0D-683C-4072-99F3-2413EA14ADB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14485"/>
          <a:stretch/>
        </p:blipFill>
        <p:spPr>
          <a:xfrm>
            <a:off x="4858929" y="1792680"/>
            <a:ext cx="907051" cy="100175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1ED16-D848-41DA-BE8F-47000B218506}"/>
              </a:ext>
            </a:extLst>
          </p:cNvPr>
          <p:cNvGrpSpPr/>
          <p:nvPr/>
        </p:nvGrpSpPr>
        <p:grpSpPr>
          <a:xfrm>
            <a:off x="1459576" y="710148"/>
            <a:ext cx="8848040" cy="5339714"/>
            <a:chOff x="1459576" y="710148"/>
            <a:chExt cx="8848040" cy="5339714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F29658C-81BB-4E33-BD83-03698F8DA13C}"/>
                </a:ext>
              </a:extLst>
            </p:cNvPr>
            <p:cNvSpPr txBox="1"/>
            <p:nvPr/>
          </p:nvSpPr>
          <p:spPr>
            <a:xfrm>
              <a:off x="3078609" y="5680530"/>
              <a:ext cx="608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0.691, </a:t>
              </a:r>
              <a:r>
                <a:rPr lang="en-US" altLang="zh-CN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0.708, AIC = 48019.836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1459576" y="710148"/>
              <a:ext cx="8848040" cy="4961365"/>
              <a:chOff x="1791006" y="511586"/>
              <a:chExt cx="8848040" cy="49613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1" y="4501228"/>
                    <a:ext cx="145327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0.42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1" y="4501228"/>
                    <a:ext cx="145327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78049" y="1154440"/>
                    <a:ext cx="149676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0.16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8049" y="1154440"/>
                    <a:ext cx="149676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56740" y="3569252"/>
                    <a:ext cx="13636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0.26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6740" y="3569252"/>
                    <a:ext cx="136363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1791006" y="511586"/>
                <a:ext cx="8848040" cy="4961365"/>
                <a:chOff x="1791006" y="511586"/>
                <a:chExt cx="8848040" cy="4961365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693295"/>
                  <a:ext cx="2489" cy="720000"/>
                </a:xfrm>
                <a:prstGeom prst="straightConnector1">
                  <a:avLst/>
                </a:prstGeom>
                <a:ln w="19050">
                  <a:solidFill>
                    <a:srgbClr val="5F5F5F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91" name="组合 90">
                  <a:extLst>
                    <a:ext uri="{FF2B5EF4-FFF2-40B4-BE49-F238E27FC236}">
                      <a16:creationId xmlns:a16="http://schemas.microsoft.com/office/drawing/2014/main" id="{33C6A64C-E866-4C7A-98D7-2892BAEEC1C0}"/>
                    </a:ext>
                  </a:extLst>
                </p:cNvPr>
                <p:cNvGrpSpPr/>
                <p:nvPr/>
              </p:nvGrpSpPr>
              <p:grpSpPr>
                <a:xfrm>
                  <a:off x="1791006" y="511586"/>
                  <a:ext cx="8848040" cy="4961365"/>
                  <a:chOff x="1403232" y="388369"/>
                  <a:chExt cx="8848040" cy="4961365"/>
                </a:xfrm>
              </p:grpSpPr>
              <p:cxnSp>
                <p:nvCxnSpPr>
                  <p:cNvPr id="41" name="直接箭头连接符 40">
                    <a:extLst>
                      <a:ext uri="{FF2B5EF4-FFF2-40B4-BE49-F238E27FC236}">
                        <a16:creationId xmlns:a16="http://schemas.microsoft.com/office/drawing/2014/main" id="{3A136DC5-0471-49B5-90BD-B5AD0121D6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06291" y="2057178"/>
                    <a:ext cx="1404000" cy="1573123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81F9DA7A-E8BA-4CBE-860D-B217F31C70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33517" y="3888495"/>
                    <a:ext cx="1342199" cy="11534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B6523E99-E80A-4612-9E68-5BE77E27C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81281" y="1924533"/>
                    <a:ext cx="1440000" cy="3576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箭头连接符 65">
                    <a:extLst>
                      <a:ext uri="{FF2B5EF4-FFF2-40B4-BE49-F238E27FC236}">
                        <a16:creationId xmlns:a16="http://schemas.microsoft.com/office/drawing/2014/main" id="{A7A0A769-B889-4960-9427-45478708C4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97319" y="1924533"/>
                    <a:ext cx="1416921" cy="925642"/>
                  </a:xfrm>
                  <a:prstGeom prst="straightConnector1">
                    <a:avLst/>
                  </a:prstGeom>
                  <a:ln w="38100" cap="rnd">
                    <a:solidFill>
                      <a:srgbClr val="C44E52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32D5BAEB-3067-4CC1-963A-B6F1F0A483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81693" y="2992123"/>
                    <a:ext cx="1474308" cy="865676"/>
                  </a:xfrm>
                  <a:prstGeom prst="straightConnector1">
                    <a:avLst/>
                  </a:prstGeom>
                  <a:ln w="57150" cap="rnd">
                    <a:solidFill>
                      <a:srgbClr val="C44E52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72EC8258-F715-4AA5-A30E-4D31B58F075E}"/>
                      </a:ext>
                    </a:extLst>
                  </p:cNvPr>
                  <p:cNvSpPr txBox="1"/>
                  <p:nvPr/>
                </p:nvSpPr>
                <p:spPr>
                  <a:xfrm rot="1877931">
                    <a:off x="7776168" y="2045716"/>
                    <a:ext cx="756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0.14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BD51D1C0-8FEC-435A-ADF4-7A8414F44572}"/>
                      </a:ext>
                    </a:extLst>
                  </p:cNvPr>
                  <p:cNvSpPr txBox="1"/>
                  <p:nvPr/>
                </p:nvSpPr>
                <p:spPr>
                  <a:xfrm rot="19829987">
                    <a:off x="7635044" y="3104972"/>
                    <a:ext cx="7676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0.20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C1F4CD8B-4E04-4366-93B8-6EB3F1EDDC14}"/>
                      </a:ext>
                    </a:extLst>
                  </p:cNvPr>
                  <p:cNvSpPr txBox="1"/>
                  <p:nvPr/>
                </p:nvSpPr>
                <p:spPr>
                  <a:xfrm>
                    <a:off x="3493787" y="1578618"/>
                    <a:ext cx="84348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-0.03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E561091-3420-494D-A309-839C51D6EF04}"/>
                      </a:ext>
                    </a:extLst>
                  </p:cNvPr>
                  <p:cNvSpPr txBox="1"/>
                  <p:nvPr/>
                </p:nvSpPr>
                <p:spPr>
                  <a:xfrm rot="18858679">
                    <a:off x="3349274" y="2688194"/>
                    <a:ext cx="91828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-0.03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1660A314-EE30-4D97-8FCB-D567561BE7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48872" y="760375"/>
                    <a:ext cx="8402400" cy="3619"/>
                  </a:xfrm>
                  <a:prstGeom prst="line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箭头连接符 46">
                    <a:extLst>
                      <a:ext uri="{FF2B5EF4-FFF2-40B4-BE49-F238E27FC236}">
                        <a16:creationId xmlns:a16="http://schemas.microsoft.com/office/drawing/2014/main" id="{94D1A2F0-D833-45EF-A0A3-B29FC935D4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199263" y="734947"/>
                    <a:ext cx="18504" cy="1548000"/>
                  </a:xfrm>
                  <a:prstGeom prst="straightConnector1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接连接符 76">
                    <a:extLst>
                      <a:ext uri="{FF2B5EF4-FFF2-40B4-BE49-F238E27FC236}">
                        <a16:creationId xmlns:a16="http://schemas.microsoft.com/office/drawing/2014/main" id="{5747E50C-03ED-404A-B84A-973696F245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58069" y="4993522"/>
                    <a:ext cx="8362800" cy="28598"/>
                  </a:xfrm>
                  <a:prstGeom prst="line">
                    <a:avLst/>
                  </a:prstGeom>
                  <a:ln w="57150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箭头连接符 77">
                    <a:extLst>
                      <a:ext uri="{FF2B5EF4-FFF2-40B4-BE49-F238E27FC236}">
                        <a16:creationId xmlns:a16="http://schemas.microsoft.com/office/drawing/2014/main" id="{9F7CA635-32EC-43A0-9353-50AA60A773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86208" y="3486824"/>
                    <a:ext cx="14159" cy="1512000"/>
                  </a:xfrm>
                  <a:prstGeom prst="straightConnector1">
                    <a:avLst/>
                  </a:prstGeom>
                  <a:ln w="57150" cap="rnd">
                    <a:solidFill>
                      <a:srgbClr val="5F5F5F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C895FC3F-62B8-43FB-9A1B-EA0CA53E02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78882" y="4456352"/>
                    <a:ext cx="0" cy="540000"/>
                  </a:xfrm>
                  <a:prstGeom prst="line">
                    <a:avLst/>
                  </a:prstGeom>
                  <a:ln w="5715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9A6E00FA-B305-48F0-AE80-945B37A59D1F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4980402"/>
                    <a:ext cx="9298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-0.22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3BD185D9-7DC3-477D-B8F0-355F899E79DA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388369"/>
                    <a:ext cx="8631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-0.35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4" name="直接箭头连接符 93">
                    <a:extLst>
                      <a:ext uri="{FF2B5EF4-FFF2-40B4-BE49-F238E27FC236}">
                        <a16:creationId xmlns:a16="http://schemas.microsoft.com/office/drawing/2014/main" id="{531CA315-C72F-4506-8D94-BA64412251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38203" y="2575914"/>
                    <a:ext cx="0" cy="720000"/>
                  </a:xfrm>
                  <a:prstGeom prst="straightConnector1">
                    <a:avLst/>
                  </a:prstGeom>
                  <a:ln w="19050">
                    <a:solidFill>
                      <a:srgbClr val="C44E52"/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07858B86-16E5-4C23-9A3B-DBE77CF35F50}"/>
                      </a:ext>
                    </a:extLst>
                  </p:cNvPr>
                  <p:cNvSpPr txBox="1"/>
                  <p:nvPr/>
                </p:nvSpPr>
                <p:spPr>
                  <a:xfrm>
                    <a:off x="6040555" y="2689451"/>
                    <a:ext cx="7679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0.08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2189D253-2657-4758-BD5B-951B1B7799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82734" y="761214"/>
                    <a:ext cx="0" cy="622800"/>
                  </a:xfrm>
                  <a:prstGeom prst="line">
                    <a:avLst/>
                  </a:prstGeom>
                  <a:ln w="7620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C5E70690-47AE-4432-8740-A3E047755540}"/>
                      </a:ext>
                    </a:extLst>
                  </p:cNvPr>
                  <p:cNvSpPr txBox="1"/>
                  <p:nvPr/>
                </p:nvSpPr>
                <p:spPr>
                  <a:xfrm>
                    <a:off x="3478860" y="3547187"/>
                    <a:ext cx="9023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-0.07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DCAE7477-D096-4982-80BB-D19A17D974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03232" y="3378411"/>
                    <a:ext cx="11219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endParaRPr lang="zh-CN" altLang="en-US" baseline="-250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endParaRPr lang="zh-CN" altLang="en-US" dirty="0"/>
                  </a:p>
                </p:txBody>
              </p:sp>
            </p:grpSp>
          </p:grp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6178516" y="563637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8843C56E-7660-4B8D-8941-B208902061F6}"/>
              </a:ext>
            </a:extLst>
          </p:cNvPr>
          <p:cNvGrpSpPr/>
          <p:nvPr/>
        </p:nvGrpSpPr>
        <p:grpSpPr>
          <a:xfrm>
            <a:off x="778820" y="3626397"/>
            <a:ext cx="2557432" cy="1098083"/>
            <a:chOff x="-893015" y="5426681"/>
            <a:chExt cx="2557432" cy="1098083"/>
          </a:xfrm>
        </p:grpSpPr>
        <p:sp>
          <p:nvSpPr>
            <p:cNvPr id="189" name="Rounded Rectangle 6">
              <a:extLst>
                <a:ext uri="{FF2B5EF4-FFF2-40B4-BE49-F238E27FC236}">
                  <a16:creationId xmlns:a16="http://schemas.microsoft.com/office/drawing/2014/main" id="{41654E68-E35D-4CA9-95A0-7F65F5B3C4D0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B11DFFA4-C3FD-47B1-8AC0-EB565F5DF959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pic>
        <p:nvPicPr>
          <p:cNvPr id="201" name="图形 200" descr="盆花">
            <a:extLst>
              <a:ext uri="{FF2B5EF4-FFF2-40B4-BE49-F238E27FC236}">
                <a16:creationId xmlns:a16="http://schemas.microsoft.com/office/drawing/2014/main" id="{C0656E07-0FDD-4502-9231-BF1C7DAE297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572" t="51838" r="7837" b="36839"/>
          <a:stretch/>
        </p:blipFill>
        <p:spPr>
          <a:xfrm>
            <a:off x="431428" y="4501378"/>
            <a:ext cx="1682106" cy="150035"/>
          </a:xfrm>
          <a:prstGeom prst="rect">
            <a:avLst/>
          </a:prstGeom>
        </p:spPr>
      </p:pic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437EF039-204B-471B-9911-A3F7E48590D4}"/>
              </a:ext>
            </a:extLst>
          </p:cNvPr>
          <p:cNvCxnSpPr>
            <a:cxnSpLocks/>
          </p:cNvCxnSpPr>
          <p:nvPr/>
        </p:nvCxnSpPr>
        <p:spPr>
          <a:xfrm>
            <a:off x="1317049" y="4182518"/>
            <a:ext cx="460067" cy="0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A98C9E91-C80D-4CB1-AA1B-8E3EE06A70C5}"/>
              </a:ext>
            </a:extLst>
          </p:cNvPr>
          <p:cNvCxnSpPr>
            <a:cxnSpLocks/>
          </p:cNvCxnSpPr>
          <p:nvPr/>
        </p:nvCxnSpPr>
        <p:spPr>
          <a:xfrm>
            <a:off x="1221218" y="3797844"/>
            <a:ext cx="555898" cy="885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596B13C-79EA-462C-9BFE-ABC5608DFA1B}"/>
              </a:ext>
            </a:extLst>
          </p:cNvPr>
          <p:cNvCxnSpPr/>
          <p:nvPr/>
        </p:nvCxnSpPr>
        <p:spPr>
          <a:xfrm>
            <a:off x="1495411" y="3812370"/>
            <a:ext cx="0" cy="360000"/>
          </a:xfrm>
          <a:prstGeom prst="straightConnector1">
            <a:avLst/>
          </a:prstGeom>
          <a:ln w="19050">
            <a:solidFill>
              <a:srgbClr val="CCB97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D7DD5FBA-3560-4A74-AA7F-7A5B363DBCB8}"/>
              </a:ext>
            </a:extLst>
          </p:cNvPr>
          <p:cNvGrpSpPr/>
          <p:nvPr/>
        </p:nvGrpSpPr>
        <p:grpSpPr>
          <a:xfrm>
            <a:off x="741115" y="1760712"/>
            <a:ext cx="2557432" cy="1098083"/>
            <a:chOff x="-893015" y="5426681"/>
            <a:chExt cx="2557432" cy="1098083"/>
          </a:xfrm>
        </p:grpSpPr>
        <p:sp>
          <p:nvSpPr>
            <p:cNvPr id="92" name="Rounded Rectangle 6">
              <a:extLst>
                <a:ext uri="{FF2B5EF4-FFF2-40B4-BE49-F238E27FC236}">
                  <a16:creationId xmlns:a16="http://schemas.microsoft.com/office/drawing/2014/main" id="{12FA0480-9F04-4B45-B787-8CE7881908F1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55A868">
                <a:alpha val="5098"/>
              </a:srgbClr>
            </a:solidFill>
            <a:ln w="9525">
              <a:solidFill>
                <a:srgbClr val="55A86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5F71276-5EDF-4A3F-922A-1DE9644DF458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 difference (</a:t>
              </a:r>
              <a:r>
                <a:rPr lang="en-US" altLang="zh-CN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MPD</a:t>
              </a:r>
              <a:r>
                <a:rPr lang="en-US" altLang="zh-CN" baseline="-25000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CDDE2B19-7BE8-4C7D-9BBA-2EC203E4376F}"/>
                </a:ext>
              </a:extLst>
            </p:cNvPr>
            <p:cNvGrpSpPr/>
            <p:nvPr/>
          </p:nvGrpSpPr>
          <p:grpSpPr>
            <a:xfrm>
              <a:off x="-752544" y="5591983"/>
              <a:ext cx="535119" cy="821391"/>
              <a:chOff x="2118062" y="3735643"/>
              <a:chExt cx="872548" cy="821391"/>
            </a:xfrm>
          </p:grpSpPr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E13DF608-079C-4C2B-AA3A-0377A82ED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18062" y="4222985"/>
                <a:ext cx="352203" cy="3766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73E213BC-4EEE-4B70-AEDC-7CF6FC95F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6497" y="3970866"/>
                <a:ext cx="176101" cy="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FC16822A-E5F5-401E-9286-79B3382D0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9779" y="3735643"/>
                <a:ext cx="3312" cy="432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9E9AF8CB-7594-4124-994F-DE2FAFC492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2587" y="3737792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3EF8CEAD-7060-4DD6-A674-AFC97E52E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4059" y="4156953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458B97E7-8B45-4DDF-BEFA-3FB07696A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2306" y="4548751"/>
                <a:ext cx="528304" cy="1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9CCFAE6A-D5E2-49B3-B31A-AEF9910F9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1057" y="3963034"/>
                <a:ext cx="1885" cy="594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D3BE753C-5A2C-41FE-988D-803C9834FCCF}"/>
              </a:ext>
            </a:extLst>
          </p:cNvPr>
          <p:cNvGrpSpPr/>
          <p:nvPr/>
        </p:nvGrpSpPr>
        <p:grpSpPr>
          <a:xfrm>
            <a:off x="4802520" y="1764933"/>
            <a:ext cx="2542819" cy="1096362"/>
            <a:chOff x="520450" y="5464351"/>
            <a:chExt cx="2542819" cy="1096362"/>
          </a:xfrm>
        </p:grpSpPr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E2E8FC43-96AE-4F98-BACF-A178F37CCBEC}"/>
                </a:ext>
              </a:extLst>
            </p:cNvPr>
            <p:cNvGrpSpPr/>
            <p:nvPr/>
          </p:nvGrpSpPr>
          <p:grpSpPr>
            <a:xfrm>
              <a:off x="520450" y="5464351"/>
              <a:ext cx="2542819" cy="1096362"/>
              <a:chOff x="-878402" y="5426681"/>
              <a:chExt cx="2542819" cy="1096362"/>
            </a:xfrm>
          </p:grpSpPr>
          <p:sp>
            <p:nvSpPr>
              <p:cNvPr id="207" name="Rounded Rectangle 6">
                <a:extLst>
                  <a:ext uri="{FF2B5EF4-FFF2-40B4-BE49-F238E27FC236}">
                    <a16:creationId xmlns:a16="http://schemas.microsoft.com/office/drawing/2014/main" id="{4F03D775-4C42-4FC1-B8DC-6D491ACD5F96}"/>
                  </a:ext>
                </a:extLst>
              </p:cNvPr>
              <p:cNvSpPr/>
              <p:nvPr/>
            </p:nvSpPr>
            <p:spPr>
              <a:xfrm>
                <a:off x="-878402" y="5443043"/>
                <a:ext cx="2520000" cy="1080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AF1FE126-9DD0-44F7-B916-05628412D126}"/>
                  </a:ext>
                </a:extLst>
              </p:cNvPr>
              <p:cNvSpPr txBox="1"/>
              <p:nvPr/>
            </p:nvSpPr>
            <p:spPr>
              <a:xfrm>
                <a:off x="-130198" y="542668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7331C488-FA47-415C-9D1E-FC0314FEC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689" y="5652475"/>
              <a:ext cx="1" cy="84949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6D4FA8E1-A8C6-4BEF-8AC9-F1615A259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8176" y="6085112"/>
              <a:ext cx="0" cy="414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C9DE7EB9-D273-4BE4-AFF3-B230326240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275" y="6477635"/>
              <a:ext cx="288000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A96894A3-9568-44EA-BB4E-A71835B2CE5B}"/>
              </a:ext>
            </a:extLst>
          </p:cNvPr>
          <p:cNvCxnSpPr/>
          <p:nvPr/>
        </p:nvCxnSpPr>
        <p:spPr>
          <a:xfrm>
            <a:off x="1394976" y="1958093"/>
            <a:ext cx="0" cy="360000"/>
          </a:xfrm>
          <a:prstGeom prst="straightConnector1">
            <a:avLst/>
          </a:prstGeom>
          <a:ln w="19050">
            <a:solidFill>
              <a:srgbClr val="55A86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80E781F1-0ECA-49D9-AB07-40EA50F783BE}"/>
              </a:ext>
            </a:extLst>
          </p:cNvPr>
          <p:cNvGrpSpPr/>
          <p:nvPr/>
        </p:nvGrpSpPr>
        <p:grpSpPr>
          <a:xfrm>
            <a:off x="4829901" y="3623694"/>
            <a:ext cx="2601985" cy="1096362"/>
            <a:chOff x="332236" y="5475547"/>
            <a:chExt cx="2601985" cy="1096362"/>
          </a:xfrm>
        </p:grpSpPr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D555CF5D-C5EA-4E97-98B2-2831C6328996}"/>
                </a:ext>
              </a:extLst>
            </p:cNvPr>
            <p:cNvGrpSpPr/>
            <p:nvPr/>
          </p:nvGrpSpPr>
          <p:grpSpPr>
            <a:xfrm>
              <a:off x="332236" y="5475547"/>
              <a:ext cx="2601985" cy="1096362"/>
              <a:chOff x="520450" y="5464351"/>
              <a:chExt cx="2601985" cy="1096362"/>
            </a:xfrm>
          </p:grpSpPr>
          <p:grpSp>
            <p:nvGrpSpPr>
              <p:cNvPr id="234" name="组合 233">
                <a:extLst>
                  <a:ext uri="{FF2B5EF4-FFF2-40B4-BE49-F238E27FC236}">
                    <a16:creationId xmlns:a16="http://schemas.microsoft.com/office/drawing/2014/main" id="{729A8778-B0EE-4037-956E-4D638E732421}"/>
                  </a:ext>
                </a:extLst>
              </p:cNvPr>
              <p:cNvGrpSpPr/>
              <p:nvPr/>
            </p:nvGrpSpPr>
            <p:grpSpPr>
              <a:xfrm>
                <a:off x="520450" y="5464351"/>
                <a:ext cx="2601985" cy="1096362"/>
                <a:chOff x="-878402" y="5426681"/>
                <a:chExt cx="2601985" cy="1096362"/>
              </a:xfrm>
            </p:grpSpPr>
            <p:sp>
              <p:nvSpPr>
                <p:cNvPr id="242" name="Rounded Rectangle 6">
                  <a:extLst>
                    <a:ext uri="{FF2B5EF4-FFF2-40B4-BE49-F238E27FC236}">
                      <a16:creationId xmlns:a16="http://schemas.microsoft.com/office/drawing/2014/main" id="{D9797B6B-5958-4183-859B-9EF39B5D0A20}"/>
                    </a:ext>
                  </a:extLst>
                </p:cNvPr>
                <p:cNvSpPr/>
                <p:nvPr/>
              </p:nvSpPr>
              <p:spPr>
                <a:xfrm>
                  <a:off x="-878402" y="5443043"/>
                  <a:ext cx="2520000" cy="1080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B926F963-643C-481C-BDEA-D2525AB44E5A}"/>
                    </a:ext>
                  </a:extLst>
                </p:cNvPr>
                <p:cNvSpPr txBox="1"/>
                <p:nvPr/>
              </p:nvSpPr>
              <p:spPr>
                <a:xfrm>
                  <a:off x="-71032" y="542668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 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p:grp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87009748-8B73-4C6E-A340-A7F9D07F81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4941" y="5669334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DD557B63-9F7C-43AA-9F8A-DE2D3D1F9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17" y="5649792"/>
              <a:ext cx="432000" cy="1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FEB29625-8CE5-4D80-8C8C-72AE106EF6E2}"/>
                </a:ext>
              </a:extLst>
            </p:cNvPr>
            <p:cNvCxnSpPr>
              <a:cxnSpLocks/>
            </p:cNvCxnSpPr>
            <p:nvPr/>
          </p:nvCxnSpPr>
          <p:spPr>
            <a:xfrm>
              <a:off x="1045313" y="6082874"/>
              <a:ext cx="108000" cy="0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EF07F78C-B10B-47C4-B285-1AD2DF0FBA2E}"/>
              </a:ext>
            </a:extLst>
          </p:cNvPr>
          <p:cNvGrpSpPr/>
          <p:nvPr/>
        </p:nvGrpSpPr>
        <p:grpSpPr>
          <a:xfrm>
            <a:off x="8528687" y="2684170"/>
            <a:ext cx="2994063" cy="1080000"/>
            <a:chOff x="8689786" y="5450947"/>
            <a:chExt cx="2994063" cy="1080000"/>
          </a:xfrm>
        </p:grpSpPr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17B79B92-9758-413E-BDDE-E36AFB773DD3}"/>
                </a:ext>
              </a:extLst>
            </p:cNvPr>
            <p:cNvGrpSpPr/>
            <p:nvPr/>
          </p:nvGrpSpPr>
          <p:grpSpPr>
            <a:xfrm>
              <a:off x="9093954" y="5450947"/>
              <a:ext cx="2589895" cy="1080000"/>
              <a:chOff x="-893015" y="5444764"/>
              <a:chExt cx="2589895" cy="1080000"/>
            </a:xfrm>
          </p:grpSpPr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B00CBE17-6F88-4DC3-BFB1-A6417B9A85E2}"/>
                  </a:ext>
                </a:extLst>
              </p:cNvPr>
              <p:cNvSpPr/>
              <p:nvPr/>
            </p:nvSpPr>
            <p:spPr>
              <a:xfrm>
                <a:off x="-893015" y="5444764"/>
                <a:ext cx="2520000" cy="1080000"/>
              </a:xfrm>
              <a:prstGeom prst="roundRect">
                <a:avLst/>
              </a:prstGeom>
              <a:solidFill>
                <a:srgbClr val="1E908C">
                  <a:alpha val="5098"/>
                </a:srgbClr>
              </a:solidFill>
              <a:ln w="9525">
                <a:solidFill>
                  <a:srgbClr val="1E9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D3614C7-258A-409D-838D-78A0AE673FDB}"/>
                  </a:ext>
                </a:extLst>
              </p:cNvPr>
              <p:cNvSpPr txBox="1"/>
              <p:nvPr/>
            </p:nvSpPr>
            <p:spPr>
              <a:xfrm>
                <a:off x="-97735" y="5599101"/>
                <a:ext cx="1794615" cy="726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Establishment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</a:p>
            </p:txBody>
          </p:sp>
        </p:grpSp>
        <p:pic>
          <p:nvPicPr>
            <p:cNvPr id="281" name="图形 280" descr="盆花">
              <a:extLst>
                <a:ext uri="{FF2B5EF4-FFF2-40B4-BE49-F238E27FC236}">
                  <a16:creationId xmlns:a16="http://schemas.microsoft.com/office/drawing/2014/main" id="{17EDFD8B-37FA-4861-962D-B6D46F5D4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572" t="51838" r="7837" b="36839"/>
            <a:stretch/>
          </p:blipFill>
          <p:spPr>
            <a:xfrm>
              <a:off x="8689786" y="6181858"/>
              <a:ext cx="1682106" cy="150035"/>
            </a:xfrm>
            <a:prstGeom prst="rect">
              <a:avLst/>
            </a:prstGeom>
          </p:spPr>
        </p:pic>
      </p:grpSp>
      <p:pic>
        <p:nvPicPr>
          <p:cNvPr id="325" name="图形 324">
            <a:extLst>
              <a:ext uri="{FF2B5EF4-FFF2-40B4-BE49-F238E27FC236}">
                <a16:creationId xmlns:a16="http://schemas.microsoft.com/office/drawing/2014/main" id="{FFB85AB7-50DE-4837-A691-15243EF2835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2197" y="3907"/>
            <a:ext cx="976150" cy="976150"/>
          </a:xfrm>
          <a:prstGeom prst="rect">
            <a:avLst/>
          </a:prstGeom>
        </p:spPr>
      </p:pic>
      <p:pic>
        <p:nvPicPr>
          <p:cNvPr id="327" name="图形 326">
            <a:extLst>
              <a:ext uri="{FF2B5EF4-FFF2-40B4-BE49-F238E27FC236}">
                <a16:creationId xmlns:a16="http://schemas.microsoft.com/office/drawing/2014/main" id="{704452C5-B5C1-436A-93E5-3338F352552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9984" y="-17040"/>
            <a:ext cx="973648" cy="973648"/>
          </a:xfrm>
          <a:prstGeom prst="rect">
            <a:avLst/>
          </a:prstGeom>
        </p:spPr>
      </p:pic>
      <p:sp>
        <p:nvSpPr>
          <p:cNvPr id="329" name="矩形 328">
            <a:extLst>
              <a:ext uri="{FF2B5EF4-FFF2-40B4-BE49-F238E27FC236}">
                <a16:creationId xmlns:a16="http://schemas.microsoft.com/office/drawing/2014/main" id="{7364631D-A308-4E20-AA1D-D6F7C8162F04}"/>
              </a:ext>
            </a:extLst>
          </p:cNvPr>
          <p:cNvSpPr/>
          <p:nvPr/>
        </p:nvSpPr>
        <p:spPr>
          <a:xfrm>
            <a:off x="1439449" y="3443198"/>
            <a:ext cx="116615" cy="82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0" name="图形 329">
            <a:extLst>
              <a:ext uri="{FF2B5EF4-FFF2-40B4-BE49-F238E27FC236}">
                <a16:creationId xmlns:a16="http://schemas.microsoft.com/office/drawing/2014/main" id="{546BB89B-EE17-4007-BE91-B53FFA138F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398" t="55746" r="37216" b="6193"/>
          <a:stretch/>
        </p:blipFill>
        <p:spPr>
          <a:xfrm>
            <a:off x="1432140" y="1797675"/>
            <a:ext cx="229884" cy="319494"/>
          </a:xfrm>
          <a:prstGeom prst="rect">
            <a:avLst/>
          </a:prstGeom>
        </p:spPr>
      </p:pic>
      <p:pic>
        <p:nvPicPr>
          <p:cNvPr id="332" name="图形 331">
            <a:extLst>
              <a:ext uri="{FF2B5EF4-FFF2-40B4-BE49-F238E27FC236}">
                <a16:creationId xmlns:a16="http://schemas.microsoft.com/office/drawing/2014/main" id="{CD7ED47C-C72B-43E8-BC94-146031A13E9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35398" t="55746" r="37216" b="6193"/>
          <a:stretch/>
        </p:blipFill>
        <p:spPr>
          <a:xfrm>
            <a:off x="1436724" y="2152901"/>
            <a:ext cx="229884" cy="319494"/>
          </a:xfrm>
          <a:prstGeom prst="rect">
            <a:avLst/>
          </a:prstGeom>
        </p:spPr>
      </p:pic>
      <p:pic>
        <p:nvPicPr>
          <p:cNvPr id="346" name="图形 345">
            <a:extLst>
              <a:ext uri="{FF2B5EF4-FFF2-40B4-BE49-F238E27FC236}">
                <a16:creationId xmlns:a16="http://schemas.microsoft.com/office/drawing/2014/main" id="{F7D484C8-A379-479C-8C52-8A406080A3EC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27454" t="5024" r="27105" b="5216"/>
          <a:stretch/>
        </p:blipFill>
        <p:spPr>
          <a:xfrm>
            <a:off x="1458435" y="2515241"/>
            <a:ext cx="173746" cy="343202"/>
          </a:xfrm>
          <a:prstGeom prst="rect">
            <a:avLst/>
          </a:prstGeom>
        </p:spPr>
      </p:pic>
      <p:pic>
        <p:nvPicPr>
          <p:cNvPr id="348" name="图形 347">
            <a:extLst>
              <a:ext uri="{FF2B5EF4-FFF2-40B4-BE49-F238E27FC236}">
                <a16:creationId xmlns:a16="http://schemas.microsoft.com/office/drawing/2014/main" id="{88EA4692-782B-476B-AA5F-6E27C17A411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454" t="5024" r="27105" b="5216"/>
          <a:stretch/>
        </p:blipFill>
        <p:spPr>
          <a:xfrm>
            <a:off x="5262541" y="1859579"/>
            <a:ext cx="239991" cy="474056"/>
          </a:xfrm>
          <a:prstGeom prst="rect">
            <a:avLst/>
          </a:prstGeom>
        </p:spPr>
      </p:pic>
      <p:pic>
        <p:nvPicPr>
          <p:cNvPr id="350" name="图形 349">
            <a:extLst>
              <a:ext uri="{FF2B5EF4-FFF2-40B4-BE49-F238E27FC236}">
                <a16:creationId xmlns:a16="http://schemas.microsoft.com/office/drawing/2014/main" id="{0210BA71-9DE8-470C-957F-89B53E018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398" t="55746" r="37216" b="6193"/>
          <a:stretch/>
        </p:blipFill>
        <p:spPr>
          <a:xfrm>
            <a:off x="5582672" y="2165587"/>
            <a:ext cx="303882" cy="422337"/>
          </a:xfrm>
          <a:prstGeom prst="rect">
            <a:avLst/>
          </a:prstGeom>
        </p:spPr>
      </p:pic>
      <p:pic>
        <p:nvPicPr>
          <p:cNvPr id="357" name="图形 356" descr="谷物">
            <a:extLst>
              <a:ext uri="{FF2B5EF4-FFF2-40B4-BE49-F238E27FC236}">
                <a16:creationId xmlns:a16="http://schemas.microsoft.com/office/drawing/2014/main" id="{E9D7E760-3EBB-436B-B502-71273B3F4F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72411" y="193102"/>
            <a:ext cx="914400" cy="914400"/>
          </a:xfrm>
          <a:prstGeom prst="rect">
            <a:avLst/>
          </a:prstGeom>
        </p:spPr>
      </p:pic>
      <p:pic>
        <p:nvPicPr>
          <p:cNvPr id="359" name="图形 358" descr="三叶草">
            <a:extLst>
              <a:ext uri="{FF2B5EF4-FFF2-40B4-BE49-F238E27FC236}">
                <a16:creationId xmlns:a16="http://schemas.microsoft.com/office/drawing/2014/main" id="{E4D49AFF-C01A-44C2-9118-619A5BE2633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608668" y="166559"/>
            <a:ext cx="914400" cy="914400"/>
          </a:xfrm>
          <a:prstGeom prst="rect">
            <a:avLst/>
          </a:prstGeom>
        </p:spPr>
      </p:pic>
      <p:pic>
        <p:nvPicPr>
          <p:cNvPr id="361" name="图形 360" descr="植物">
            <a:extLst>
              <a:ext uri="{FF2B5EF4-FFF2-40B4-BE49-F238E27FC236}">
                <a16:creationId xmlns:a16="http://schemas.microsoft.com/office/drawing/2014/main" id="{65D16F0F-9987-4EF9-B04B-37C7A9BF73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09435" y="121891"/>
            <a:ext cx="914400" cy="914400"/>
          </a:xfrm>
          <a:prstGeom prst="rect">
            <a:avLst/>
          </a:prstGeom>
        </p:spPr>
      </p:pic>
      <p:pic>
        <p:nvPicPr>
          <p:cNvPr id="363" name="图形 362" descr="盆花">
            <a:extLst>
              <a:ext uri="{FF2B5EF4-FFF2-40B4-BE49-F238E27FC236}">
                <a16:creationId xmlns:a16="http://schemas.microsoft.com/office/drawing/2014/main" id="{80667FB4-D5F3-4B0F-8F06-3898765E7C5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45332" y="60724"/>
            <a:ext cx="914400" cy="914400"/>
          </a:xfrm>
          <a:prstGeom prst="rect">
            <a:avLst/>
          </a:prstGeom>
        </p:spPr>
      </p:pic>
      <p:pic>
        <p:nvPicPr>
          <p:cNvPr id="365" name="图形 364" descr="无茎花朵">
            <a:extLst>
              <a:ext uri="{FF2B5EF4-FFF2-40B4-BE49-F238E27FC236}">
                <a16:creationId xmlns:a16="http://schemas.microsoft.com/office/drawing/2014/main" id="{8C84086B-7FEE-4DBC-AD50-4BE2CBDAC4E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92462" y="1342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3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图形 243">
            <a:extLst>
              <a:ext uri="{FF2B5EF4-FFF2-40B4-BE49-F238E27FC236}">
                <a16:creationId xmlns:a16="http://schemas.microsoft.com/office/drawing/2014/main" id="{6038BCD2-861B-4235-8F38-5AA4079B9E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485"/>
          <a:stretch/>
        </p:blipFill>
        <p:spPr>
          <a:xfrm>
            <a:off x="4879824" y="3651575"/>
            <a:ext cx="907051" cy="1001755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48469E0D-683C-4072-99F3-2413EA14AD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485"/>
          <a:stretch/>
        </p:blipFill>
        <p:spPr>
          <a:xfrm>
            <a:off x="4858929" y="1792680"/>
            <a:ext cx="907051" cy="100175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91ED16-D848-41DA-BE8F-47000B218506}"/>
              </a:ext>
            </a:extLst>
          </p:cNvPr>
          <p:cNvGrpSpPr/>
          <p:nvPr/>
        </p:nvGrpSpPr>
        <p:grpSpPr>
          <a:xfrm>
            <a:off x="1459576" y="710148"/>
            <a:ext cx="8848040" cy="5339714"/>
            <a:chOff x="1459576" y="710148"/>
            <a:chExt cx="8848040" cy="5339714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F29658C-81BB-4E33-BD83-03698F8DA13C}"/>
                </a:ext>
              </a:extLst>
            </p:cNvPr>
            <p:cNvSpPr txBox="1"/>
            <p:nvPr/>
          </p:nvSpPr>
          <p:spPr>
            <a:xfrm>
              <a:off x="3078609" y="5680530"/>
              <a:ext cx="608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0.691, </a:t>
              </a:r>
              <a:r>
                <a:rPr lang="en-US" altLang="zh-CN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0.708, AIC = 48019.836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1459576" y="710148"/>
              <a:ext cx="8848040" cy="4961365"/>
              <a:chOff x="1791006" y="511586"/>
              <a:chExt cx="8848040" cy="49613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1" y="4501228"/>
                    <a:ext cx="145327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0.42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1" y="4501228"/>
                    <a:ext cx="145327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78049" y="1154440"/>
                    <a:ext cx="149676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0.16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8049" y="1154440"/>
                    <a:ext cx="14967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56740" y="3569252"/>
                    <a:ext cx="13636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0.26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6740" y="3569252"/>
                    <a:ext cx="136363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1791006" y="511586"/>
                <a:ext cx="8848040" cy="4961365"/>
                <a:chOff x="1791006" y="511586"/>
                <a:chExt cx="8848040" cy="4961365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693295"/>
                  <a:ext cx="2489" cy="720000"/>
                </a:xfrm>
                <a:prstGeom prst="straightConnector1">
                  <a:avLst/>
                </a:prstGeom>
                <a:ln w="19050">
                  <a:solidFill>
                    <a:srgbClr val="5F5F5F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91" name="组合 90">
                  <a:extLst>
                    <a:ext uri="{FF2B5EF4-FFF2-40B4-BE49-F238E27FC236}">
                      <a16:creationId xmlns:a16="http://schemas.microsoft.com/office/drawing/2014/main" id="{33C6A64C-E866-4C7A-98D7-2892BAEEC1C0}"/>
                    </a:ext>
                  </a:extLst>
                </p:cNvPr>
                <p:cNvGrpSpPr/>
                <p:nvPr/>
              </p:nvGrpSpPr>
              <p:grpSpPr>
                <a:xfrm>
                  <a:off x="1791006" y="511586"/>
                  <a:ext cx="8848040" cy="4961365"/>
                  <a:chOff x="1403232" y="388369"/>
                  <a:chExt cx="8848040" cy="4961365"/>
                </a:xfrm>
              </p:grpSpPr>
              <p:cxnSp>
                <p:nvCxnSpPr>
                  <p:cNvPr id="41" name="直接箭头连接符 40">
                    <a:extLst>
                      <a:ext uri="{FF2B5EF4-FFF2-40B4-BE49-F238E27FC236}">
                        <a16:creationId xmlns:a16="http://schemas.microsoft.com/office/drawing/2014/main" id="{3A136DC5-0471-49B5-90BD-B5AD0121D6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06291" y="2057178"/>
                    <a:ext cx="1404000" cy="1573123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81F9DA7A-E8BA-4CBE-860D-B217F31C70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33517" y="3888495"/>
                    <a:ext cx="1342199" cy="11534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B6523E99-E80A-4612-9E68-5BE77E27C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81281" y="1924533"/>
                    <a:ext cx="1440000" cy="3576"/>
                  </a:xfrm>
                  <a:prstGeom prst="straightConnector1">
                    <a:avLst/>
                  </a:prstGeom>
                  <a:ln w="19050" cap="rnd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箭头连接符 65">
                    <a:extLst>
                      <a:ext uri="{FF2B5EF4-FFF2-40B4-BE49-F238E27FC236}">
                        <a16:creationId xmlns:a16="http://schemas.microsoft.com/office/drawing/2014/main" id="{A7A0A769-B889-4960-9427-45478708C4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97319" y="1924533"/>
                    <a:ext cx="1416921" cy="925642"/>
                  </a:xfrm>
                  <a:prstGeom prst="straightConnector1">
                    <a:avLst/>
                  </a:prstGeom>
                  <a:ln w="38100" cap="rnd">
                    <a:solidFill>
                      <a:srgbClr val="C44E52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32D5BAEB-3067-4CC1-963A-B6F1F0A483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81693" y="2992123"/>
                    <a:ext cx="1474308" cy="865676"/>
                  </a:xfrm>
                  <a:prstGeom prst="straightConnector1">
                    <a:avLst/>
                  </a:prstGeom>
                  <a:ln w="57150" cap="rnd">
                    <a:solidFill>
                      <a:srgbClr val="C44E52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72EC8258-F715-4AA5-A30E-4D31B58F075E}"/>
                      </a:ext>
                    </a:extLst>
                  </p:cNvPr>
                  <p:cNvSpPr txBox="1"/>
                  <p:nvPr/>
                </p:nvSpPr>
                <p:spPr>
                  <a:xfrm rot="1877931">
                    <a:off x="7776168" y="2045716"/>
                    <a:ext cx="756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0.14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BD51D1C0-8FEC-435A-ADF4-7A8414F44572}"/>
                      </a:ext>
                    </a:extLst>
                  </p:cNvPr>
                  <p:cNvSpPr txBox="1"/>
                  <p:nvPr/>
                </p:nvSpPr>
                <p:spPr>
                  <a:xfrm rot="19829987">
                    <a:off x="7635044" y="3104972"/>
                    <a:ext cx="7676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0.20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4" name="文本框 193">
                    <a:extLst>
                      <a:ext uri="{FF2B5EF4-FFF2-40B4-BE49-F238E27FC236}">
                        <a16:creationId xmlns:a16="http://schemas.microsoft.com/office/drawing/2014/main" id="{C1F4CD8B-4E04-4366-93B8-6EB3F1EDDC14}"/>
                      </a:ext>
                    </a:extLst>
                  </p:cNvPr>
                  <p:cNvSpPr txBox="1"/>
                  <p:nvPr/>
                </p:nvSpPr>
                <p:spPr>
                  <a:xfrm>
                    <a:off x="3493787" y="1578618"/>
                    <a:ext cx="84348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-0.03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E561091-3420-494D-A309-839C51D6EF04}"/>
                      </a:ext>
                    </a:extLst>
                  </p:cNvPr>
                  <p:cNvSpPr txBox="1"/>
                  <p:nvPr/>
                </p:nvSpPr>
                <p:spPr>
                  <a:xfrm rot="18858679">
                    <a:off x="3349274" y="2688194"/>
                    <a:ext cx="91828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-0.03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1660A314-EE30-4D97-8FCB-D567561BE7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48872" y="760375"/>
                    <a:ext cx="8402400" cy="3619"/>
                  </a:xfrm>
                  <a:prstGeom prst="line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箭头连接符 46">
                    <a:extLst>
                      <a:ext uri="{FF2B5EF4-FFF2-40B4-BE49-F238E27FC236}">
                        <a16:creationId xmlns:a16="http://schemas.microsoft.com/office/drawing/2014/main" id="{94D1A2F0-D833-45EF-A0A3-B29FC935D4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199263" y="734947"/>
                    <a:ext cx="18504" cy="1548000"/>
                  </a:xfrm>
                  <a:prstGeom prst="straightConnector1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接连接符 76">
                    <a:extLst>
                      <a:ext uri="{FF2B5EF4-FFF2-40B4-BE49-F238E27FC236}">
                        <a16:creationId xmlns:a16="http://schemas.microsoft.com/office/drawing/2014/main" id="{5747E50C-03ED-404A-B84A-973696F245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58069" y="4993522"/>
                    <a:ext cx="8362800" cy="28598"/>
                  </a:xfrm>
                  <a:prstGeom prst="line">
                    <a:avLst/>
                  </a:prstGeom>
                  <a:ln w="57150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箭头连接符 77">
                    <a:extLst>
                      <a:ext uri="{FF2B5EF4-FFF2-40B4-BE49-F238E27FC236}">
                        <a16:creationId xmlns:a16="http://schemas.microsoft.com/office/drawing/2014/main" id="{9F7CA635-32EC-43A0-9353-50AA60A773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86208" y="3486824"/>
                    <a:ext cx="14159" cy="1512000"/>
                  </a:xfrm>
                  <a:prstGeom prst="straightConnector1">
                    <a:avLst/>
                  </a:prstGeom>
                  <a:ln w="57150" cap="rnd">
                    <a:solidFill>
                      <a:srgbClr val="5F5F5F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C895FC3F-62B8-43FB-9A1B-EA0CA53E02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78882" y="4456352"/>
                    <a:ext cx="0" cy="540000"/>
                  </a:xfrm>
                  <a:prstGeom prst="line">
                    <a:avLst/>
                  </a:prstGeom>
                  <a:ln w="5715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9A6E00FA-B305-48F0-AE80-945B37A59D1F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4980402"/>
                    <a:ext cx="9298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-0.22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3BD185D9-7DC3-477D-B8F0-355F899E79DA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388369"/>
                    <a:ext cx="8631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-0.35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4" name="直接箭头连接符 93">
                    <a:extLst>
                      <a:ext uri="{FF2B5EF4-FFF2-40B4-BE49-F238E27FC236}">
                        <a16:creationId xmlns:a16="http://schemas.microsoft.com/office/drawing/2014/main" id="{531CA315-C72F-4506-8D94-BA64412251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38203" y="2575914"/>
                    <a:ext cx="0" cy="720000"/>
                  </a:xfrm>
                  <a:prstGeom prst="straightConnector1">
                    <a:avLst/>
                  </a:prstGeom>
                  <a:ln w="19050">
                    <a:solidFill>
                      <a:srgbClr val="C44E52"/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07858B86-16E5-4C23-9A3B-DBE77CF35F50}"/>
                      </a:ext>
                    </a:extLst>
                  </p:cNvPr>
                  <p:cNvSpPr txBox="1"/>
                  <p:nvPr/>
                </p:nvSpPr>
                <p:spPr>
                  <a:xfrm>
                    <a:off x="6040555" y="2689451"/>
                    <a:ext cx="7679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0.08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2189D253-2657-4758-BD5B-951B1B7799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82734" y="761214"/>
                    <a:ext cx="0" cy="622800"/>
                  </a:xfrm>
                  <a:prstGeom prst="line">
                    <a:avLst/>
                  </a:prstGeom>
                  <a:ln w="7620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C5E70690-47AE-4432-8740-A3E047755540}"/>
                      </a:ext>
                    </a:extLst>
                  </p:cNvPr>
                  <p:cNvSpPr txBox="1"/>
                  <p:nvPr/>
                </p:nvSpPr>
                <p:spPr>
                  <a:xfrm>
                    <a:off x="3478860" y="3547187"/>
                    <a:ext cx="9023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-0.07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DCAE7477-D096-4982-80BB-D19A17D974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03232" y="3378411"/>
                    <a:ext cx="11219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endParaRPr lang="zh-CN" altLang="en-US" baseline="-250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endParaRPr lang="zh-CN" altLang="en-US" dirty="0"/>
                  </a:p>
                </p:txBody>
              </p:sp>
            </p:grpSp>
          </p:grp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6178516" y="563637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8843C56E-7660-4B8D-8941-B208902061F6}"/>
              </a:ext>
            </a:extLst>
          </p:cNvPr>
          <p:cNvGrpSpPr/>
          <p:nvPr/>
        </p:nvGrpSpPr>
        <p:grpSpPr>
          <a:xfrm>
            <a:off x="706149" y="3613742"/>
            <a:ext cx="2557432" cy="1098083"/>
            <a:chOff x="-893015" y="5426681"/>
            <a:chExt cx="2557432" cy="1098083"/>
          </a:xfrm>
        </p:grpSpPr>
        <p:sp>
          <p:nvSpPr>
            <p:cNvPr id="189" name="Rounded Rectangle 6">
              <a:extLst>
                <a:ext uri="{FF2B5EF4-FFF2-40B4-BE49-F238E27FC236}">
                  <a16:creationId xmlns:a16="http://schemas.microsoft.com/office/drawing/2014/main" id="{41654E68-E35D-4CA9-95A0-7F65F5B3C4D0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B11DFFA4-C3FD-47B1-8AC0-EB565F5DF959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pic>
        <p:nvPicPr>
          <p:cNvPr id="201" name="图形 200" descr="盆花">
            <a:extLst>
              <a:ext uri="{FF2B5EF4-FFF2-40B4-BE49-F238E27FC236}">
                <a16:creationId xmlns:a16="http://schemas.microsoft.com/office/drawing/2014/main" id="{C0656E07-0FDD-4502-9231-BF1C7DAE297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572" t="51838" r="7837" b="36839"/>
          <a:stretch/>
        </p:blipFill>
        <p:spPr>
          <a:xfrm>
            <a:off x="431428" y="4501378"/>
            <a:ext cx="1682106" cy="150035"/>
          </a:xfrm>
          <a:prstGeom prst="rect">
            <a:avLst/>
          </a:prstGeom>
        </p:spPr>
      </p:pic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437EF039-204B-471B-9911-A3F7E48590D4}"/>
              </a:ext>
            </a:extLst>
          </p:cNvPr>
          <p:cNvCxnSpPr>
            <a:cxnSpLocks/>
          </p:cNvCxnSpPr>
          <p:nvPr/>
        </p:nvCxnSpPr>
        <p:spPr>
          <a:xfrm>
            <a:off x="1317049" y="4182518"/>
            <a:ext cx="460067" cy="0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A98C9E91-C80D-4CB1-AA1B-8E3EE06A70C5}"/>
              </a:ext>
            </a:extLst>
          </p:cNvPr>
          <p:cNvCxnSpPr>
            <a:cxnSpLocks/>
          </p:cNvCxnSpPr>
          <p:nvPr/>
        </p:nvCxnSpPr>
        <p:spPr>
          <a:xfrm>
            <a:off x="1221218" y="3797844"/>
            <a:ext cx="555898" cy="885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596B13C-79EA-462C-9BFE-ABC5608DFA1B}"/>
              </a:ext>
            </a:extLst>
          </p:cNvPr>
          <p:cNvCxnSpPr/>
          <p:nvPr/>
        </p:nvCxnSpPr>
        <p:spPr>
          <a:xfrm>
            <a:off x="1495411" y="3812370"/>
            <a:ext cx="0" cy="360000"/>
          </a:xfrm>
          <a:prstGeom prst="straightConnector1">
            <a:avLst/>
          </a:prstGeom>
          <a:ln w="19050">
            <a:solidFill>
              <a:srgbClr val="CCB97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D7DD5FBA-3560-4A74-AA7F-7A5B363DBCB8}"/>
              </a:ext>
            </a:extLst>
          </p:cNvPr>
          <p:cNvGrpSpPr/>
          <p:nvPr/>
        </p:nvGrpSpPr>
        <p:grpSpPr>
          <a:xfrm>
            <a:off x="741115" y="1760712"/>
            <a:ext cx="2557432" cy="1098083"/>
            <a:chOff x="-893015" y="5426681"/>
            <a:chExt cx="2557432" cy="1098083"/>
          </a:xfrm>
        </p:grpSpPr>
        <p:sp>
          <p:nvSpPr>
            <p:cNvPr id="92" name="Rounded Rectangle 6">
              <a:extLst>
                <a:ext uri="{FF2B5EF4-FFF2-40B4-BE49-F238E27FC236}">
                  <a16:creationId xmlns:a16="http://schemas.microsoft.com/office/drawing/2014/main" id="{12FA0480-9F04-4B45-B787-8CE7881908F1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55A868">
                <a:alpha val="5098"/>
              </a:srgbClr>
            </a:solidFill>
            <a:ln w="9525">
              <a:solidFill>
                <a:srgbClr val="55A86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5F71276-5EDF-4A3F-922A-1DE9644DF458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 difference (</a:t>
              </a:r>
              <a:r>
                <a:rPr lang="en-US" altLang="zh-CN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MPD</a:t>
              </a:r>
              <a:r>
                <a:rPr lang="en-US" altLang="zh-CN" baseline="-25000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CDDE2B19-7BE8-4C7D-9BBA-2EC203E4376F}"/>
                </a:ext>
              </a:extLst>
            </p:cNvPr>
            <p:cNvGrpSpPr/>
            <p:nvPr/>
          </p:nvGrpSpPr>
          <p:grpSpPr>
            <a:xfrm>
              <a:off x="-752544" y="5591983"/>
              <a:ext cx="535119" cy="821391"/>
              <a:chOff x="2118062" y="3735643"/>
              <a:chExt cx="872548" cy="821391"/>
            </a:xfrm>
          </p:grpSpPr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E13DF608-079C-4C2B-AA3A-0377A82ED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18062" y="4222985"/>
                <a:ext cx="352203" cy="3766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73E213BC-4EEE-4B70-AEDC-7CF6FC95F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6497" y="3970866"/>
                <a:ext cx="176101" cy="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FC16822A-E5F5-401E-9286-79B3382D0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9779" y="3735643"/>
                <a:ext cx="3312" cy="432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9E9AF8CB-7594-4124-994F-DE2FAFC492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2587" y="3737792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3EF8CEAD-7060-4DD6-A674-AFC97E52E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4059" y="4156953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458B97E7-8B45-4DDF-BEFA-3FB07696A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2306" y="4548751"/>
                <a:ext cx="528304" cy="1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9CCFAE6A-D5E2-49B3-B31A-AEF9910F9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1057" y="3963034"/>
                <a:ext cx="1885" cy="594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D3BE753C-5A2C-41FE-988D-803C9834FCCF}"/>
              </a:ext>
            </a:extLst>
          </p:cNvPr>
          <p:cNvGrpSpPr/>
          <p:nvPr/>
        </p:nvGrpSpPr>
        <p:grpSpPr>
          <a:xfrm>
            <a:off x="4802520" y="1764933"/>
            <a:ext cx="2542819" cy="1096362"/>
            <a:chOff x="520450" y="5464351"/>
            <a:chExt cx="2542819" cy="1096362"/>
          </a:xfrm>
        </p:grpSpPr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E2E8FC43-96AE-4F98-BACF-A178F37CCBEC}"/>
                </a:ext>
              </a:extLst>
            </p:cNvPr>
            <p:cNvGrpSpPr/>
            <p:nvPr/>
          </p:nvGrpSpPr>
          <p:grpSpPr>
            <a:xfrm>
              <a:off x="520450" y="5464351"/>
              <a:ext cx="2542819" cy="1096362"/>
              <a:chOff x="-878402" y="5426681"/>
              <a:chExt cx="2542819" cy="1096362"/>
            </a:xfrm>
          </p:grpSpPr>
          <p:sp>
            <p:nvSpPr>
              <p:cNvPr id="207" name="Rounded Rectangle 6">
                <a:extLst>
                  <a:ext uri="{FF2B5EF4-FFF2-40B4-BE49-F238E27FC236}">
                    <a16:creationId xmlns:a16="http://schemas.microsoft.com/office/drawing/2014/main" id="{4F03D775-4C42-4FC1-B8DC-6D491ACD5F96}"/>
                  </a:ext>
                </a:extLst>
              </p:cNvPr>
              <p:cNvSpPr/>
              <p:nvPr/>
            </p:nvSpPr>
            <p:spPr>
              <a:xfrm>
                <a:off x="-878402" y="5443043"/>
                <a:ext cx="2520000" cy="1080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AF1FE126-9DD0-44F7-B916-05628412D126}"/>
                  </a:ext>
                </a:extLst>
              </p:cNvPr>
              <p:cNvSpPr txBox="1"/>
              <p:nvPr/>
            </p:nvSpPr>
            <p:spPr>
              <a:xfrm>
                <a:off x="-130198" y="542668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7331C488-FA47-415C-9D1E-FC0314FEC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689" y="5652475"/>
              <a:ext cx="1" cy="84949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6D4FA8E1-A8C6-4BEF-8AC9-F1615A259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8176" y="6085112"/>
              <a:ext cx="0" cy="414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C9DE7EB9-D273-4BE4-AFF3-B230326240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275" y="6477635"/>
              <a:ext cx="288000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A96894A3-9568-44EA-BB4E-A71835B2CE5B}"/>
              </a:ext>
            </a:extLst>
          </p:cNvPr>
          <p:cNvCxnSpPr/>
          <p:nvPr/>
        </p:nvCxnSpPr>
        <p:spPr>
          <a:xfrm>
            <a:off x="1394976" y="1958093"/>
            <a:ext cx="0" cy="360000"/>
          </a:xfrm>
          <a:prstGeom prst="straightConnector1">
            <a:avLst/>
          </a:prstGeom>
          <a:ln w="19050">
            <a:solidFill>
              <a:srgbClr val="55A86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80E781F1-0ECA-49D9-AB07-40EA50F783BE}"/>
              </a:ext>
            </a:extLst>
          </p:cNvPr>
          <p:cNvGrpSpPr/>
          <p:nvPr/>
        </p:nvGrpSpPr>
        <p:grpSpPr>
          <a:xfrm>
            <a:off x="4829901" y="3623694"/>
            <a:ext cx="2601985" cy="1096362"/>
            <a:chOff x="332236" y="5475547"/>
            <a:chExt cx="2601985" cy="1096362"/>
          </a:xfrm>
        </p:grpSpPr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D555CF5D-C5EA-4E97-98B2-2831C6328996}"/>
                </a:ext>
              </a:extLst>
            </p:cNvPr>
            <p:cNvGrpSpPr/>
            <p:nvPr/>
          </p:nvGrpSpPr>
          <p:grpSpPr>
            <a:xfrm>
              <a:off x="332236" y="5475547"/>
              <a:ext cx="2601985" cy="1096362"/>
              <a:chOff x="520450" y="5464351"/>
              <a:chExt cx="2601985" cy="1096362"/>
            </a:xfrm>
          </p:grpSpPr>
          <p:grpSp>
            <p:nvGrpSpPr>
              <p:cNvPr id="234" name="组合 233">
                <a:extLst>
                  <a:ext uri="{FF2B5EF4-FFF2-40B4-BE49-F238E27FC236}">
                    <a16:creationId xmlns:a16="http://schemas.microsoft.com/office/drawing/2014/main" id="{729A8778-B0EE-4037-956E-4D638E732421}"/>
                  </a:ext>
                </a:extLst>
              </p:cNvPr>
              <p:cNvGrpSpPr/>
              <p:nvPr/>
            </p:nvGrpSpPr>
            <p:grpSpPr>
              <a:xfrm>
                <a:off x="520450" y="5464351"/>
                <a:ext cx="2601985" cy="1096362"/>
                <a:chOff x="-878402" y="5426681"/>
                <a:chExt cx="2601985" cy="1096362"/>
              </a:xfrm>
            </p:grpSpPr>
            <p:sp>
              <p:nvSpPr>
                <p:cNvPr id="242" name="Rounded Rectangle 6">
                  <a:extLst>
                    <a:ext uri="{FF2B5EF4-FFF2-40B4-BE49-F238E27FC236}">
                      <a16:creationId xmlns:a16="http://schemas.microsoft.com/office/drawing/2014/main" id="{D9797B6B-5958-4183-859B-9EF39B5D0A20}"/>
                    </a:ext>
                  </a:extLst>
                </p:cNvPr>
                <p:cNvSpPr/>
                <p:nvPr/>
              </p:nvSpPr>
              <p:spPr>
                <a:xfrm>
                  <a:off x="-878402" y="5443043"/>
                  <a:ext cx="2520000" cy="1080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B926F963-643C-481C-BDEA-D2525AB44E5A}"/>
                    </a:ext>
                  </a:extLst>
                </p:cNvPr>
                <p:cNvSpPr txBox="1"/>
                <p:nvPr/>
              </p:nvSpPr>
              <p:spPr>
                <a:xfrm>
                  <a:off x="-71032" y="542668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 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p:grp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87009748-8B73-4C6E-A340-A7F9D07F81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4941" y="5669334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DD557B63-9F7C-43AA-9F8A-DE2D3D1F9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17" y="5649792"/>
              <a:ext cx="432000" cy="1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FEB29625-8CE5-4D80-8C8C-72AE106EF6E2}"/>
                </a:ext>
              </a:extLst>
            </p:cNvPr>
            <p:cNvCxnSpPr>
              <a:cxnSpLocks/>
            </p:cNvCxnSpPr>
            <p:nvPr/>
          </p:nvCxnSpPr>
          <p:spPr>
            <a:xfrm>
              <a:off x="1045313" y="6082874"/>
              <a:ext cx="108000" cy="0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EF07F78C-B10B-47C4-B285-1AD2DF0FBA2E}"/>
              </a:ext>
            </a:extLst>
          </p:cNvPr>
          <p:cNvGrpSpPr/>
          <p:nvPr/>
        </p:nvGrpSpPr>
        <p:grpSpPr>
          <a:xfrm>
            <a:off x="8528687" y="2668202"/>
            <a:ext cx="2994063" cy="1080000"/>
            <a:chOff x="8689786" y="5434979"/>
            <a:chExt cx="2994063" cy="1080000"/>
          </a:xfrm>
        </p:grpSpPr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17B79B92-9758-413E-BDDE-E36AFB773DD3}"/>
                </a:ext>
              </a:extLst>
            </p:cNvPr>
            <p:cNvGrpSpPr/>
            <p:nvPr/>
          </p:nvGrpSpPr>
          <p:grpSpPr>
            <a:xfrm>
              <a:off x="9091984" y="5434979"/>
              <a:ext cx="2591865" cy="1080000"/>
              <a:chOff x="-894985" y="5428796"/>
              <a:chExt cx="2591865" cy="1080000"/>
            </a:xfrm>
          </p:grpSpPr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B00CBE17-6F88-4DC3-BFB1-A6417B9A85E2}"/>
                  </a:ext>
                </a:extLst>
              </p:cNvPr>
              <p:cNvSpPr/>
              <p:nvPr/>
            </p:nvSpPr>
            <p:spPr>
              <a:xfrm>
                <a:off x="-894985" y="5428796"/>
                <a:ext cx="2520000" cy="1080000"/>
              </a:xfrm>
              <a:prstGeom prst="roundRect">
                <a:avLst/>
              </a:prstGeom>
              <a:solidFill>
                <a:srgbClr val="1E908C">
                  <a:alpha val="5098"/>
                </a:srgbClr>
              </a:solidFill>
              <a:ln w="9525">
                <a:solidFill>
                  <a:srgbClr val="1E9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D3614C7-258A-409D-838D-78A0AE673FDB}"/>
                  </a:ext>
                </a:extLst>
              </p:cNvPr>
              <p:cNvSpPr txBox="1"/>
              <p:nvPr/>
            </p:nvSpPr>
            <p:spPr>
              <a:xfrm>
                <a:off x="-97735" y="5599101"/>
                <a:ext cx="1794615" cy="726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Establishment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</a:p>
            </p:txBody>
          </p:sp>
        </p:grpSp>
        <p:pic>
          <p:nvPicPr>
            <p:cNvPr id="281" name="图形 280" descr="盆花">
              <a:extLst>
                <a:ext uri="{FF2B5EF4-FFF2-40B4-BE49-F238E27FC236}">
                  <a16:creationId xmlns:a16="http://schemas.microsoft.com/office/drawing/2014/main" id="{17EDFD8B-37FA-4861-962D-B6D46F5D4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1572" t="51838" r="7837" b="36839"/>
            <a:stretch/>
          </p:blipFill>
          <p:spPr>
            <a:xfrm>
              <a:off x="8689786" y="6181858"/>
              <a:ext cx="1682106" cy="150035"/>
            </a:xfrm>
            <a:prstGeom prst="rect">
              <a:avLst/>
            </a:prstGeom>
          </p:spPr>
        </p:pic>
      </p:grpSp>
      <p:sp>
        <p:nvSpPr>
          <p:cNvPr id="329" name="矩形 328">
            <a:extLst>
              <a:ext uri="{FF2B5EF4-FFF2-40B4-BE49-F238E27FC236}">
                <a16:creationId xmlns:a16="http://schemas.microsoft.com/office/drawing/2014/main" id="{7364631D-A308-4E20-AA1D-D6F7C8162F04}"/>
              </a:ext>
            </a:extLst>
          </p:cNvPr>
          <p:cNvSpPr/>
          <p:nvPr/>
        </p:nvSpPr>
        <p:spPr>
          <a:xfrm>
            <a:off x="1439449" y="3443198"/>
            <a:ext cx="116615" cy="82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9" name="图形 358" descr="三叶草">
            <a:extLst>
              <a:ext uri="{FF2B5EF4-FFF2-40B4-BE49-F238E27FC236}">
                <a16:creationId xmlns:a16="http://schemas.microsoft.com/office/drawing/2014/main" id="{E4D49AFF-C01A-44C2-9118-619A5BE2633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55017" r="59041"/>
          <a:stretch/>
        </p:blipFill>
        <p:spPr>
          <a:xfrm>
            <a:off x="913257" y="3952080"/>
            <a:ext cx="271444" cy="792926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11FB80E7-6F8F-41EA-A97F-2260E853B07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811"/>
          <a:stretch/>
        </p:blipFill>
        <p:spPr>
          <a:xfrm>
            <a:off x="1443169" y="1829391"/>
            <a:ext cx="210925" cy="250005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4C7DFA1D-F2E7-4285-993E-3DF290E6747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b="811"/>
          <a:stretch/>
        </p:blipFill>
        <p:spPr>
          <a:xfrm>
            <a:off x="1451167" y="2165213"/>
            <a:ext cx="210925" cy="250005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47D267FE-93E4-4E7E-92CF-9BC3CD136F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48653" y="2573629"/>
            <a:ext cx="249879" cy="251165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63B7CBDA-EE3F-4B44-833B-23EA731760D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b="811"/>
          <a:stretch/>
        </p:blipFill>
        <p:spPr>
          <a:xfrm>
            <a:off x="1209408" y="4248619"/>
            <a:ext cx="306342" cy="363101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E6D1443C-EFB9-4AD8-A311-E38BC76B26C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811"/>
          <a:stretch/>
        </p:blipFill>
        <p:spPr>
          <a:xfrm>
            <a:off x="1512320" y="4249382"/>
            <a:ext cx="311975" cy="369778"/>
          </a:xfrm>
          <a:prstGeom prst="rect">
            <a:avLst/>
          </a:prstGeom>
        </p:spPr>
      </p:pic>
      <p:pic>
        <p:nvPicPr>
          <p:cNvPr id="113" name="图形 112" descr="鲜花">
            <a:extLst>
              <a:ext uri="{FF2B5EF4-FFF2-40B4-BE49-F238E27FC236}">
                <a16:creationId xmlns:a16="http://schemas.microsoft.com/office/drawing/2014/main" id="{CBF37A29-3814-4225-9047-6AA6D2E0F6C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57338"/>
          <a:stretch/>
        </p:blipFill>
        <p:spPr>
          <a:xfrm rot="516973">
            <a:off x="958251" y="4123752"/>
            <a:ext cx="338599" cy="144453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66E3ADA8-157F-47AF-B724-4D3B2FC2DD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4333" y="3772190"/>
            <a:ext cx="328380" cy="330070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8A236673-46C1-45D5-A311-0AF10693066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72640" y="1968513"/>
            <a:ext cx="249879" cy="251165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7E42AD46-9F44-4D6C-BABD-9C7C45568A2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811"/>
          <a:stretch/>
        </p:blipFill>
        <p:spPr>
          <a:xfrm>
            <a:off x="5613954" y="2368042"/>
            <a:ext cx="210925" cy="250005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07C607-7AD2-4D34-B405-0CD24C83DFC8}"/>
              </a:ext>
            </a:extLst>
          </p:cNvPr>
          <p:cNvGrpSpPr/>
          <p:nvPr/>
        </p:nvGrpSpPr>
        <p:grpSpPr>
          <a:xfrm>
            <a:off x="9066344" y="2894422"/>
            <a:ext cx="337471" cy="782674"/>
            <a:chOff x="9078512" y="2708276"/>
            <a:chExt cx="419456" cy="972816"/>
          </a:xfrm>
        </p:grpSpPr>
        <p:pic>
          <p:nvPicPr>
            <p:cNvPr id="119" name="图形 118" descr="三叶草">
              <a:extLst>
                <a:ext uri="{FF2B5EF4-FFF2-40B4-BE49-F238E27FC236}">
                  <a16:creationId xmlns:a16="http://schemas.microsoft.com/office/drawing/2014/main" id="{897DADAE-B184-4DEB-86BC-BF669B1AAA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>
              <a:off x="9078512" y="2888166"/>
              <a:ext cx="271444" cy="792926"/>
            </a:xfrm>
            <a:prstGeom prst="rect">
              <a:avLst/>
            </a:prstGeom>
          </p:spPr>
        </p:pic>
        <p:pic>
          <p:nvPicPr>
            <p:cNvPr id="120" name="图形 119" descr="鲜花">
              <a:extLst>
                <a:ext uri="{FF2B5EF4-FFF2-40B4-BE49-F238E27FC236}">
                  <a16:creationId xmlns:a16="http://schemas.microsoft.com/office/drawing/2014/main" id="{D66D4399-4EA3-474F-8DC7-ACC1918A7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57338"/>
            <a:stretch/>
          </p:blipFill>
          <p:spPr>
            <a:xfrm rot="516973">
              <a:off x="9123506" y="3059838"/>
              <a:ext cx="338599" cy="144453"/>
            </a:xfrm>
            <a:prstGeom prst="rect">
              <a:avLst/>
            </a:prstGeom>
          </p:spPr>
        </p:pic>
        <p:pic>
          <p:nvPicPr>
            <p:cNvPr id="121" name="图形 120">
              <a:extLst>
                <a:ext uri="{FF2B5EF4-FFF2-40B4-BE49-F238E27FC236}">
                  <a16:creationId xmlns:a16="http://schemas.microsoft.com/office/drawing/2014/main" id="{9F89B503-4FFF-4E5C-BACF-73B01F773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169588" y="2708276"/>
              <a:ext cx="328380" cy="330070"/>
            </a:xfrm>
            <a:prstGeom prst="rect">
              <a:avLst/>
            </a:prstGeom>
          </p:spPr>
        </p:pic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2F82BD1E-7B0A-4A75-9842-21804C3675E3}"/>
              </a:ext>
            </a:extLst>
          </p:cNvPr>
          <p:cNvGrpSpPr/>
          <p:nvPr/>
        </p:nvGrpSpPr>
        <p:grpSpPr>
          <a:xfrm>
            <a:off x="9280419" y="2811880"/>
            <a:ext cx="403250" cy="879290"/>
            <a:chOff x="9078512" y="2708276"/>
            <a:chExt cx="419456" cy="972816"/>
          </a:xfrm>
        </p:grpSpPr>
        <p:pic>
          <p:nvPicPr>
            <p:cNvPr id="123" name="图形 122" descr="三叶草">
              <a:extLst>
                <a:ext uri="{FF2B5EF4-FFF2-40B4-BE49-F238E27FC236}">
                  <a16:creationId xmlns:a16="http://schemas.microsoft.com/office/drawing/2014/main" id="{1696F910-2615-4731-9A1D-CED268BD9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>
              <a:off x="9078512" y="2888166"/>
              <a:ext cx="271444" cy="792926"/>
            </a:xfrm>
            <a:prstGeom prst="rect">
              <a:avLst/>
            </a:prstGeom>
          </p:spPr>
        </p:pic>
        <p:pic>
          <p:nvPicPr>
            <p:cNvPr id="124" name="图形 123" descr="鲜花">
              <a:extLst>
                <a:ext uri="{FF2B5EF4-FFF2-40B4-BE49-F238E27FC236}">
                  <a16:creationId xmlns:a16="http://schemas.microsoft.com/office/drawing/2014/main" id="{CB6E1F44-5BFA-4458-AC19-1AF23B28BF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57338"/>
            <a:stretch/>
          </p:blipFill>
          <p:spPr>
            <a:xfrm rot="516973">
              <a:off x="9123506" y="3059838"/>
              <a:ext cx="338599" cy="144453"/>
            </a:xfrm>
            <a:prstGeom prst="rect">
              <a:avLst/>
            </a:prstGeom>
          </p:spPr>
        </p:pic>
        <p:pic>
          <p:nvPicPr>
            <p:cNvPr id="125" name="图形 124">
              <a:extLst>
                <a:ext uri="{FF2B5EF4-FFF2-40B4-BE49-F238E27FC236}">
                  <a16:creationId xmlns:a16="http://schemas.microsoft.com/office/drawing/2014/main" id="{8E0E5E10-33E9-4045-BEC5-840A70EEA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169588" y="2708276"/>
              <a:ext cx="328380" cy="330070"/>
            </a:xfrm>
            <a:prstGeom prst="rect">
              <a:avLst/>
            </a:prstGeom>
          </p:spPr>
        </p:pic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C3728413-C10A-44AD-828F-58E6FCF2DDFF}"/>
              </a:ext>
            </a:extLst>
          </p:cNvPr>
          <p:cNvGrpSpPr/>
          <p:nvPr/>
        </p:nvGrpSpPr>
        <p:grpSpPr>
          <a:xfrm>
            <a:off x="9529446" y="2984508"/>
            <a:ext cx="282657" cy="655548"/>
            <a:chOff x="9078512" y="2708276"/>
            <a:chExt cx="419456" cy="972816"/>
          </a:xfrm>
        </p:grpSpPr>
        <p:pic>
          <p:nvPicPr>
            <p:cNvPr id="127" name="图形 126" descr="三叶草">
              <a:extLst>
                <a:ext uri="{FF2B5EF4-FFF2-40B4-BE49-F238E27FC236}">
                  <a16:creationId xmlns:a16="http://schemas.microsoft.com/office/drawing/2014/main" id="{801B1A55-C40C-4BC7-98D9-CE2186D126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>
              <a:off x="9078512" y="2888166"/>
              <a:ext cx="271444" cy="792926"/>
            </a:xfrm>
            <a:prstGeom prst="rect">
              <a:avLst/>
            </a:prstGeom>
          </p:spPr>
        </p:pic>
        <p:pic>
          <p:nvPicPr>
            <p:cNvPr id="128" name="图形 127" descr="鲜花">
              <a:extLst>
                <a:ext uri="{FF2B5EF4-FFF2-40B4-BE49-F238E27FC236}">
                  <a16:creationId xmlns:a16="http://schemas.microsoft.com/office/drawing/2014/main" id="{6511CD1D-77DA-41CE-96A0-5E2263BC9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57338"/>
            <a:stretch/>
          </p:blipFill>
          <p:spPr>
            <a:xfrm rot="516973">
              <a:off x="9123506" y="3059838"/>
              <a:ext cx="338599" cy="144453"/>
            </a:xfrm>
            <a:prstGeom prst="rect">
              <a:avLst/>
            </a:prstGeom>
          </p:spPr>
        </p:pic>
        <p:pic>
          <p:nvPicPr>
            <p:cNvPr id="129" name="图形 128">
              <a:extLst>
                <a:ext uri="{FF2B5EF4-FFF2-40B4-BE49-F238E27FC236}">
                  <a16:creationId xmlns:a16="http://schemas.microsoft.com/office/drawing/2014/main" id="{2B68C9E8-503A-4630-A9F6-7ED85E0C5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169588" y="2708276"/>
              <a:ext cx="328380" cy="330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377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536841" y="5571983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AFFE36-CA87-4D96-B2E5-22737D2B9456}"/>
              </a:ext>
            </a:extLst>
          </p:cNvPr>
          <p:cNvGrpSpPr/>
          <p:nvPr/>
        </p:nvGrpSpPr>
        <p:grpSpPr>
          <a:xfrm>
            <a:off x="815506" y="759143"/>
            <a:ext cx="10753967" cy="5339714"/>
            <a:chOff x="815506" y="759143"/>
            <a:chExt cx="10753967" cy="533971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BEC2454-072A-416D-A547-50B7DEC8671E}"/>
                </a:ext>
              </a:extLst>
            </p:cNvPr>
            <p:cNvGrpSpPr/>
            <p:nvPr/>
          </p:nvGrpSpPr>
          <p:grpSpPr>
            <a:xfrm>
              <a:off x="9326923" y="2945174"/>
              <a:ext cx="267454" cy="767333"/>
              <a:chOff x="992031" y="4951613"/>
              <a:chExt cx="348796" cy="1000706"/>
            </a:xfrm>
          </p:grpSpPr>
          <p:pic>
            <p:nvPicPr>
              <p:cNvPr id="150" name="图形 149" descr="鲜花">
                <a:extLst>
                  <a:ext uri="{FF2B5EF4-FFF2-40B4-BE49-F238E27FC236}">
                    <a16:creationId xmlns:a16="http://schemas.microsoft.com/office/drawing/2014/main" id="{07EE16C2-4666-4ECC-9D0B-D3C9C9FE1D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57338"/>
              <a:stretch/>
            </p:blipFill>
            <p:spPr>
              <a:xfrm>
                <a:off x="1083350" y="5237629"/>
                <a:ext cx="231592" cy="98802"/>
              </a:xfrm>
              <a:prstGeom prst="rect">
                <a:avLst/>
              </a:prstGeom>
            </p:spPr>
          </p:pic>
          <p:pic>
            <p:nvPicPr>
              <p:cNvPr id="151" name="图形 150">
                <a:extLst>
                  <a:ext uri="{FF2B5EF4-FFF2-40B4-BE49-F238E27FC236}">
                    <a16:creationId xmlns:a16="http://schemas.microsoft.com/office/drawing/2014/main" id="{3458AA35-0D93-4B24-84DE-5350AEBB28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0948" y="4951613"/>
                <a:ext cx="249879" cy="251165"/>
              </a:xfrm>
              <a:prstGeom prst="rect">
                <a:avLst/>
              </a:prstGeom>
            </p:spPr>
          </p:pic>
          <p:pic>
            <p:nvPicPr>
              <p:cNvPr id="152" name="图形 151" descr="三叶草">
                <a:extLst>
                  <a:ext uri="{FF2B5EF4-FFF2-40B4-BE49-F238E27FC236}">
                    <a16:creationId xmlns:a16="http://schemas.microsoft.com/office/drawing/2014/main" id="{AFC30332-1876-4DB0-9C4F-C4F2B29CF1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55017" r="59041"/>
              <a:stretch/>
            </p:blipFill>
            <p:spPr>
              <a:xfrm rot="21247962">
                <a:off x="992031" y="5159393"/>
                <a:ext cx="271444" cy="792926"/>
              </a:xfrm>
              <a:prstGeom prst="rect">
                <a:avLst/>
              </a:prstGeom>
            </p:spPr>
          </p:pic>
        </p:grpSp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08E47F21-1BDD-4D26-9EFD-4E53C5251E67}"/>
                </a:ext>
              </a:extLst>
            </p:cNvPr>
            <p:cNvGrpSpPr/>
            <p:nvPr/>
          </p:nvGrpSpPr>
          <p:grpSpPr>
            <a:xfrm>
              <a:off x="9201719" y="3023069"/>
              <a:ext cx="222537" cy="638464"/>
              <a:chOff x="992031" y="4951613"/>
              <a:chExt cx="348796" cy="1000706"/>
            </a:xfrm>
          </p:grpSpPr>
          <p:pic>
            <p:nvPicPr>
              <p:cNvPr id="154" name="图形 153" descr="鲜花">
                <a:extLst>
                  <a:ext uri="{FF2B5EF4-FFF2-40B4-BE49-F238E27FC236}">
                    <a16:creationId xmlns:a16="http://schemas.microsoft.com/office/drawing/2014/main" id="{45C7F4B3-F4E1-425A-8EE7-D8178860C4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57338"/>
              <a:stretch/>
            </p:blipFill>
            <p:spPr>
              <a:xfrm>
                <a:off x="1083350" y="5237629"/>
                <a:ext cx="231592" cy="98802"/>
              </a:xfrm>
              <a:prstGeom prst="rect">
                <a:avLst/>
              </a:prstGeom>
            </p:spPr>
          </p:pic>
          <p:pic>
            <p:nvPicPr>
              <p:cNvPr id="155" name="图形 154">
                <a:extLst>
                  <a:ext uri="{FF2B5EF4-FFF2-40B4-BE49-F238E27FC236}">
                    <a16:creationId xmlns:a16="http://schemas.microsoft.com/office/drawing/2014/main" id="{F250339C-02A4-4221-AC4D-65EB981012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0948" y="4951613"/>
                <a:ext cx="249879" cy="251165"/>
              </a:xfrm>
              <a:prstGeom prst="rect">
                <a:avLst/>
              </a:prstGeom>
            </p:spPr>
          </p:pic>
          <p:pic>
            <p:nvPicPr>
              <p:cNvPr id="156" name="图形 155" descr="三叶草">
                <a:extLst>
                  <a:ext uri="{FF2B5EF4-FFF2-40B4-BE49-F238E27FC236}">
                    <a16:creationId xmlns:a16="http://schemas.microsoft.com/office/drawing/2014/main" id="{DBBFAD55-CB25-4D4D-A402-C0D5636EC7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55017" r="59041"/>
              <a:stretch/>
            </p:blipFill>
            <p:spPr>
              <a:xfrm rot="21247962">
                <a:off x="992031" y="5159393"/>
                <a:ext cx="271444" cy="792926"/>
              </a:xfrm>
              <a:prstGeom prst="rect">
                <a:avLst/>
              </a:prstGeom>
            </p:spPr>
          </p:pic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CE1DB7ED-C220-4C03-872E-88818EFAD7E4}"/>
                </a:ext>
              </a:extLst>
            </p:cNvPr>
            <p:cNvGrpSpPr/>
            <p:nvPr/>
          </p:nvGrpSpPr>
          <p:grpSpPr>
            <a:xfrm>
              <a:off x="9497645" y="3043485"/>
              <a:ext cx="222537" cy="638464"/>
              <a:chOff x="992031" y="4951613"/>
              <a:chExt cx="348796" cy="1000706"/>
            </a:xfrm>
          </p:grpSpPr>
          <p:pic>
            <p:nvPicPr>
              <p:cNvPr id="158" name="图形 157" descr="鲜花">
                <a:extLst>
                  <a:ext uri="{FF2B5EF4-FFF2-40B4-BE49-F238E27FC236}">
                    <a16:creationId xmlns:a16="http://schemas.microsoft.com/office/drawing/2014/main" id="{A52077CA-AC08-473F-86D7-CCD3B32995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57338"/>
              <a:stretch/>
            </p:blipFill>
            <p:spPr>
              <a:xfrm>
                <a:off x="1083350" y="5237629"/>
                <a:ext cx="231592" cy="98802"/>
              </a:xfrm>
              <a:prstGeom prst="rect">
                <a:avLst/>
              </a:prstGeom>
            </p:spPr>
          </p:pic>
          <p:pic>
            <p:nvPicPr>
              <p:cNvPr id="159" name="图形 158">
                <a:extLst>
                  <a:ext uri="{FF2B5EF4-FFF2-40B4-BE49-F238E27FC236}">
                    <a16:creationId xmlns:a16="http://schemas.microsoft.com/office/drawing/2014/main" id="{1D4AE7FA-C81B-48E4-AB03-09089FDA7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0948" y="4951613"/>
                <a:ext cx="249879" cy="251165"/>
              </a:xfrm>
              <a:prstGeom prst="rect">
                <a:avLst/>
              </a:prstGeom>
            </p:spPr>
          </p:pic>
          <p:pic>
            <p:nvPicPr>
              <p:cNvPr id="160" name="图形 159" descr="三叶草">
                <a:extLst>
                  <a:ext uri="{FF2B5EF4-FFF2-40B4-BE49-F238E27FC236}">
                    <a16:creationId xmlns:a16="http://schemas.microsoft.com/office/drawing/2014/main" id="{F6D536A8-6EE2-4C83-BD63-97C7F51368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55017" r="59041"/>
              <a:stretch/>
            </p:blipFill>
            <p:spPr>
              <a:xfrm rot="21247962">
                <a:off x="992031" y="5159393"/>
                <a:ext cx="271444" cy="792926"/>
              </a:xfrm>
              <a:prstGeom prst="rect">
                <a:avLst/>
              </a:prstGeom>
            </p:spPr>
          </p:pic>
        </p:grpSp>
        <p:pic>
          <p:nvPicPr>
            <p:cNvPr id="244" name="图形 243">
              <a:extLst>
                <a:ext uri="{FF2B5EF4-FFF2-40B4-BE49-F238E27FC236}">
                  <a16:creationId xmlns:a16="http://schemas.microsoft.com/office/drawing/2014/main" id="{6038BCD2-861B-4235-8F38-5AA4079B9E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14485"/>
            <a:stretch/>
          </p:blipFill>
          <p:spPr>
            <a:xfrm>
              <a:off x="4963299" y="3693468"/>
              <a:ext cx="907051" cy="1001755"/>
            </a:xfrm>
            <a:prstGeom prst="rect">
              <a:avLst/>
            </a:prstGeom>
          </p:spPr>
        </p:pic>
        <p:pic>
          <p:nvPicPr>
            <p:cNvPr id="228" name="图形 227">
              <a:extLst>
                <a:ext uri="{FF2B5EF4-FFF2-40B4-BE49-F238E27FC236}">
                  <a16:creationId xmlns:a16="http://schemas.microsoft.com/office/drawing/2014/main" id="{48469E0D-683C-4072-99F3-2413EA14AD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14485"/>
            <a:stretch/>
          </p:blipFill>
          <p:spPr>
            <a:xfrm>
              <a:off x="4942404" y="1834573"/>
              <a:ext cx="907051" cy="1001755"/>
            </a:xfrm>
            <a:prstGeom prst="rect">
              <a:avLst/>
            </a:prstGeom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891ED16-D848-41DA-BE8F-47000B218506}"/>
                </a:ext>
              </a:extLst>
            </p:cNvPr>
            <p:cNvGrpSpPr/>
            <p:nvPr/>
          </p:nvGrpSpPr>
          <p:grpSpPr>
            <a:xfrm>
              <a:off x="2022524" y="759143"/>
              <a:ext cx="8402400" cy="5339714"/>
              <a:chOff x="1905216" y="710148"/>
              <a:chExt cx="8402400" cy="5339714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F29658C-81BB-4E33-BD83-03698F8DA13C}"/>
                  </a:ext>
                </a:extLst>
              </p:cNvPr>
              <p:cNvSpPr txBox="1"/>
              <p:nvPr/>
            </p:nvSpPr>
            <p:spPr>
              <a:xfrm>
                <a:off x="3078609" y="5680530"/>
                <a:ext cx="608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0.691, </a:t>
                </a:r>
                <a:r>
                  <a:rPr lang="en-US" altLang="zh-CN" i="1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0.708, AIC = 48019.836</a:t>
                </a:r>
                <a:endParaRPr lang="zh-CN" altLang="en-US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11E7C314-E4B7-473F-B454-8B7E34CC1964}"/>
                  </a:ext>
                </a:extLst>
              </p:cNvPr>
              <p:cNvGrpSpPr/>
              <p:nvPr/>
            </p:nvGrpSpPr>
            <p:grpSpPr>
              <a:xfrm>
                <a:off x="1905216" y="710148"/>
                <a:ext cx="8402400" cy="4974065"/>
                <a:chOff x="2236646" y="511586"/>
                <a:chExt cx="8402400" cy="49740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文本框 45">
                      <a:extLst>
                        <a:ext uri="{FF2B5EF4-FFF2-40B4-BE49-F238E27FC236}">
                          <a16:creationId xmlns:a16="http://schemas.microsoft.com/office/drawing/2014/main" id="{99B43F83-AB4E-4771-AFB6-A4FDAA88A3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99791" y="4507578"/>
                      <a:ext cx="145327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0.42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文本框 45">
                      <a:extLst>
                        <a:ext uri="{FF2B5EF4-FFF2-40B4-BE49-F238E27FC236}">
                          <a16:creationId xmlns:a16="http://schemas.microsoft.com/office/drawing/2014/main" id="{99B43F83-AB4E-4771-AFB6-A4FDAA88A3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99791" y="4507578"/>
                      <a:ext cx="1453277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文本框 61">
                      <a:extLst>
                        <a:ext uri="{FF2B5EF4-FFF2-40B4-BE49-F238E27FC236}">
                          <a16:creationId xmlns:a16="http://schemas.microsoft.com/office/drawing/2014/main" id="{DF2268EA-EADB-4111-898E-E23151C14B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95910" y="1204310"/>
                      <a:ext cx="149676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0.16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文本框 61">
                      <a:extLst>
                        <a:ext uri="{FF2B5EF4-FFF2-40B4-BE49-F238E27FC236}">
                          <a16:creationId xmlns:a16="http://schemas.microsoft.com/office/drawing/2014/main" id="{DF2268EA-EADB-4111-898E-E23151C14B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95910" y="1204310"/>
                      <a:ext cx="1496763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文本框 75">
                      <a:extLst>
                        <a:ext uri="{FF2B5EF4-FFF2-40B4-BE49-F238E27FC236}">
                          <a16:creationId xmlns:a16="http://schemas.microsoft.com/office/drawing/2014/main" id="{729635C7-2F61-4D42-BC7F-52548424FC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6740" y="3556552"/>
                      <a:ext cx="13636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0.26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6" name="文本框 75">
                      <a:extLst>
                        <a:ext uri="{FF2B5EF4-FFF2-40B4-BE49-F238E27FC236}">
                          <a16:creationId xmlns:a16="http://schemas.microsoft.com/office/drawing/2014/main" id="{729635C7-2F61-4D42-BC7F-52548424FC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56740" y="3556552"/>
                      <a:ext cx="1363633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7" name="组合 66">
                  <a:extLst>
                    <a:ext uri="{FF2B5EF4-FFF2-40B4-BE49-F238E27FC236}">
                      <a16:creationId xmlns:a16="http://schemas.microsoft.com/office/drawing/2014/main" id="{911400C5-227D-4B72-B946-991F09043BCE}"/>
                    </a:ext>
                  </a:extLst>
                </p:cNvPr>
                <p:cNvGrpSpPr/>
                <p:nvPr/>
              </p:nvGrpSpPr>
              <p:grpSpPr>
                <a:xfrm>
                  <a:off x="2236646" y="511586"/>
                  <a:ext cx="8402400" cy="4974065"/>
                  <a:chOff x="2236646" y="511586"/>
                  <a:chExt cx="8402400" cy="4974065"/>
                </a:xfrm>
              </p:grpSpPr>
              <p:cxnSp>
                <p:nvCxnSpPr>
                  <p:cNvPr id="50" name="直接箭头连接符 49">
                    <a:extLst>
                      <a:ext uri="{FF2B5EF4-FFF2-40B4-BE49-F238E27FC236}">
                        <a16:creationId xmlns:a16="http://schemas.microsoft.com/office/drawing/2014/main" id="{018AABAE-12B0-4021-9F99-B5B762D868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75607" y="2667895"/>
                    <a:ext cx="2489" cy="720000"/>
                  </a:xfrm>
                  <a:prstGeom prst="straightConnector1">
                    <a:avLst/>
                  </a:prstGeom>
                  <a:ln w="19050">
                    <a:solidFill>
                      <a:srgbClr val="5F5F5F"/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5893714A-95CC-414F-8F9C-7895B1AC07C9}"/>
                      </a:ext>
                    </a:extLst>
                  </p:cNvPr>
                  <p:cNvSpPr txBox="1"/>
                  <p:nvPr/>
                </p:nvSpPr>
                <p:spPr>
                  <a:xfrm>
                    <a:off x="2255361" y="2824141"/>
                    <a:ext cx="925873" cy="369332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-0.06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2236646" y="511586"/>
                    <a:ext cx="8402400" cy="4974065"/>
                    <a:chOff x="1848872" y="388369"/>
                    <a:chExt cx="8402400" cy="4974065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06291" y="2071419"/>
                      <a:ext cx="1340632" cy="1558884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5F5F5F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33517" y="3888495"/>
                      <a:ext cx="1342199" cy="11534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5F5F5F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81281" y="1928109"/>
                      <a:ext cx="1365642" cy="23361"/>
                    </a:xfrm>
                    <a:prstGeom prst="straightConnector1">
                      <a:avLst/>
                    </a:prstGeom>
                    <a:ln w="19050" cap="rnd">
                      <a:solidFill>
                        <a:srgbClr val="5F5F5F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07573" y="1976169"/>
                      <a:ext cx="1434820" cy="896691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  <a:stCxn id="243" idx="3"/>
                    </p:cNvCxnSpPr>
                    <p:nvPr/>
                  </p:nvCxnSpPr>
                  <p:spPr>
                    <a:xfrm flipV="1">
                      <a:off x="7341709" y="3004869"/>
                      <a:ext cx="1439064" cy="819448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3171" y="2097606"/>
                      <a:ext cx="756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  <a:endParaRPr lang="zh-CN" altLang="en-US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14982" y="3069207"/>
                      <a:ext cx="76765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zh-CN" altLang="en-US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78618"/>
                      <a:ext cx="8434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1524">
                      <a:off x="3331199" y="2659388"/>
                      <a:ext cx="91828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5F5F5F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548000"/>
                    </a:xfrm>
                    <a:prstGeom prst="straightConnector1">
                      <a:avLst/>
                    </a:prstGeom>
                    <a:ln w="76200">
                      <a:solidFill>
                        <a:srgbClr val="5F5F5F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58069" y="4999872"/>
                      <a:ext cx="8366400" cy="28598"/>
                    </a:xfrm>
                    <a:prstGeom prst="line">
                      <a:avLst/>
                    </a:prstGeom>
                    <a:ln w="57150">
                      <a:solidFill>
                        <a:srgbClr val="5F5F5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8908" y="3467774"/>
                      <a:ext cx="14159" cy="1530000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5F5F5F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56352"/>
                      <a:ext cx="0" cy="540000"/>
                    </a:xfrm>
                    <a:prstGeom prst="line">
                      <a:avLst/>
                    </a:prstGeom>
                    <a:ln w="57150" cap="rnd">
                      <a:solidFill>
                        <a:srgbClr val="5F5F5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93102"/>
                      <a:ext cx="92980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8369"/>
                      <a:ext cx="86312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-0.35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563214"/>
                      <a:ext cx="0" cy="720000"/>
                    </a:xfrm>
                    <a:prstGeom prst="straightConnector1">
                      <a:avLst/>
                    </a:prstGeom>
                    <a:ln w="1905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zh-CN" altLang="en-US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61214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5F5F5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8860" y="3547187"/>
                      <a:ext cx="90235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  <a:endParaRPr lang="zh-CN" altLang="en-US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8843C56E-7660-4B8D-8941-B208902061F6}"/>
                </a:ext>
              </a:extLst>
            </p:cNvPr>
            <p:cNvGrpSpPr/>
            <p:nvPr/>
          </p:nvGrpSpPr>
          <p:grpSpPr>
            <a:xfrm>
              <a:off x="815506" y="3652548"/>
              <a:ext cx="2557432" cy="1098083"/>
              <a:chOff x="-893015" y="5426681"/>
              <a:chExt cx="2557432" cy="1098083"/>
            </a:xfrm>
          </p:grpSpPr>
          <p:sp>
            <p:nvSpPr>
              <p:cNvPr id="189" name="Rounded Rectangle 6">
                <a:extLst>
                  <a:ext uri="{FF2B5EF4-FFF2-40B4-BE49-F238E27FC236}">
                    <a16:creationId xmlns:a16="http://schemas.microsoft.com/office/drawing/2014/main" id="{41654E68-E35D-4CA9-95A0-7F65F5B3C4D0}"/>
                  </a:ext>
                </a:extLst>
              </p:cNvPr>
              <p:cNvSpPr/>
              <p:nvPr/>
            </p:nvSpPr>
            <p:spPr>
              <a:xfrm>
                <a:off x="-893015" y="5444764"/>
                <a:ext cx="2520000" cy="1080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B11DFFA4-C3FD-47B1-8AC0-EB565F5DF959}"/>
                  </a:ext>
                </a:extLst>
              </p:cNvPr>
              <p:cNvSpPr txBox="1"/>
              <p:nvPr/>
            </p:nvSpPr>
            <p:spPr>
              <a:xfrm>
                <a:off x="-130198" y="542668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AE9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AE9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AE9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AE9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437EF039-204B-471B-9911-A3F7E48590D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904" y="422441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A98C9E91-C80D-4CB1-AA1B-8E3EE06A70C5}"/>
                </a:ext>
              </a:extLst>
            </p:cNvPr>
            <p:cNvCxnSpPr>
              <a:cxnSpLocks/>
            </p:cNvCxnSpPr>
            <p:nvPr/>
          </p:nvCxnSpPr>
          <p:spPr>
            <a:xfrm>
              <a:off x="1223305" y="3798793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1596B13C-79EA-462C-9BFE-ABC5608DFA1B}"/>
                </a:ext>
              </a:extLst>
            </p:cNvPr>
            <p:cNvCxnSpPr/>
            <p:nvPr/>
          </p:nvCxnSpPr>
          <p:spPr>
            <a:xfrm>
              <a:off x="1545266" y="3836155"/>
              <a:ext cx="0" cy="360000"/>
            </a:xfrm>
            <a:prstGeom prst="straightConnector1">
              <a:avLst/>
            </a:prstGeom>
            <a:ln w="19050">
              <a:solidFill>
                <a:srgbClr val="CCB97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7DD5FBA-3560-4A74-AA7F-7A5B363DBCB8}"/>
                </a:ext>
              </a:extLst>
            </p:cNvPr>
            <p:cNvGrpSpPr/>
            <p:nvPr/>
          </p:nvGrpSpPr>
          <p:grpSpPr>
            <a:xfrm>
              <a:off x="824590" y="1802605"/>
              <a:ext cx="2557432" cy="1098083"/>
              <a:chOff x="-893015" y="5426681"/>
              <a:chExt cx="2557432" cy="1098083"/>
            </a:xfrm>
          </p:grpSpPr>
          <p:sp>
            <p:nvSpPr>
              <p:cNvPr id="92" name="Rounded Rectangle 6">
                <a:extLst>
                  <a:ext uri="{FF2B5EF4-FFF2-40B4-BE49-F238E27FC236}">
                    <a16:creationId xmlns:a16="http://schemas.microsoft.com/office/drawing/2014/main" id="{12FA0480-9F04-4B45-B787-8CE7881908F1}"/>
                  </a:ext>
                </a:extLst>
              </p:cNvPr>
              <p:cNvSpPr/>
              <p:nvPr/>
            </p:nvSpPr>
            <p:spPr>
              <a:xfrm>
                <a:off x="-893015" y="5444764"/>
                <a:ext cx="2520000" cy="1080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5F71276-5EDF-4A3F-922A-1DE9644DF458}"/>
                  </a:ext>
                </a:extLst>
              </p:cNvPr>
              <p:cNvSpPr txBox="1"/>
              <p:nvPr/>
            </p:nvSpPr>
            <p:spPr>
              <a:xfrm>
                <a:off x="-130198" y="542668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id="{CDDE2B19-7BE8-4C7D-9BBA-2EC203E4376F}"/>
                  </a:ext>
                </a:extLst>
              </p:cNvPr>
              <p:cNvGrpSpPr/>
              <p:nvPr/>
            </p:nvGrpSpPr>
            <p:grpSpPr>
              <a:xfrm>
                <a:off x="-752544" y="5591983"/>
                <a:ext cx="535119" cy="821391"/>
                <a:chOff x="2118062" y="3735643"/>
                <a:chExt cx="872548" cy="821391"/>
              </a:xfrm>
            </p:grpSpPr>
            <p:cxnSp>
              <p:nvCxnSpPr>
                <p:cNvPr id="162" name="直接连接符 161">
                  <a:extLst>
                    <a:ext uri="{FF2B5EF4-FFF2-40B4-BE49-F238E27FC236}">
                      <a16:creationId xmlns:a16="http://schemas.microsoft.com/office/drawing/2014/main" id="{E13DF608-079C-4C2B-AA3A-0377A82ED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8062" y="4222985"/>
                  <a:ext cx="352203" cy="3766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接连接符 164">
                  <a:extLst>
                    <a:ext uri="{FF2B5EF4-FFF2-40B4-BE49-F238E27FC236}">
                      <a16:creationId xmlns:a16="http://schemas.microsoft.com/office/drawing/2014/main" id="{73E213BC-4EEE-4B70-AEDC-7CF6FC95F0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6"/>
                  <a:ext cx="176101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66">
                  <a:extLst>
                    <a:ext uri="{FF2B5EF4-FFF2-40B4-BE49-F238E27FC236}">
                      <a16:creationId xmlns:a16="http://schemas.microsoft.com/office/drawing/2014/main" id="{FC16822A-E5F5-401E-9286-79B3382D05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9779" y="3735643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接连接符 167">
                  <a:extLst>
                    <a:ext uri="{FF2B5EF4-FFF2-40B4-BE49-F238E27FC236}">
                      <a16:creationId xmlns:a16="http://schemas.microsoft.com/office/drawing/2014/main" id="{9E9AF8CB-7594-4124-994F-DE2FAFC492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2587" y="3737792"/>
                  <a:ext cx="317183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68">
                  <a:extLst>
                    <a:ext uri="{FF2B5EF4-FFF2-40B4-BE49-F238E27FC236}">
                      <a16:creationId xmlns:a16="http://schemas.microsoft.com/office/drawing/2014/main" id="{3EF8CEAD-7060-4DD6-A674-AFC97E52E6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4059" y="4156953"/>
                  <a:ext cx="317183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>
                  <a:extLst>
                    <a:ext uri="{FF2B5EF4-FFF2-40B4-BE49-F238E27FC236}">
                      <a16:creationId xmlns:a16="http://schemas.microsoft.com/office/drawing/2014/main" id="{458B97E7-8B45-4DDF-BEFA-3FB07696A5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接连接符 170">
                  <a:extLst>
                    <a:ext uri="{FF2B5EF4-FFF2-40B4-BE49-F238E27FC236}">
                      <a16:creationId xmlns:a16="http://schemas.microsoft.com/office/drawing/2014/main" id="{9CCFAE6A-D5E2-49B3-B31A-AEF9910F95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D3BE753C-5A2C-41FE-988D-803C9834FCCF}"/>
                </a:ext>
              </a:extLst>
            </p:cNvPr>
            <p:cNvGrpSpPr/>
            <p:nvPr/>
          </p:nvGrpSpPr>
          <p:grpSpPr>
            <a:xfrm>
              <a:off x="4885995" y="1806826"/>
              <a:ext cx="2542819" cy="1096362"/>
              <a:chOff x="520450" y="5464351"/>
              <a:chExt cx="2542819" cy="1096362"/>
            </a:xfrm>
          </p:grpSpPr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E2E8FC43-96AE-4F98-BACF-A178F37CCBEC}"/>
                  </a:ext>
                </a:extLst>
              </p:cNvPr>
              <p:cNvGrpSpPr/>
              <p:nvPr/>
            </p:nvGrpSpPr>
            <p:grpSpPr>
              <a:xfrm>
                <a:off x="520450" y="5464351"/>
                <a:ext cx="2542819" cy="1096362"/>
                <a:chOff x="-878402" y="5426681"/>
                <a:chExt cx="2542819" cy="1096362"/>
              </a:xfrm>
            </p:grpSpPr>
            <p:sp>
              <p:nvSpPr>
                <p:cNvPr id="207" name="Rounded Rectangle 6">
                  <a:extLst>
                    <a:ext uri="{FF2B5EF4-FFF2-40B4-BE49-F238E27FC236}">
                      <a16:creationId xmlns:a16="http://schemas.microsoft.com/office/drawing/2014/main" id="{4F03D775-4C42-4FC1-B8DC-6D491ACD5F96}"/>
                    </a:ext>
                  </a:extLst>
                </p:cNvPr>
                <p:cNvSpPr/>
                <p:nvPr/>
              </p:nvSpPr>
              <p:spPr>
                <a:xfrm>
                  <a:off x="-878402" y="5443043"/>
                  <a:ext cx="2520000" cy="1080000"/>
                </a:xfrm>
                <a:prstGeom prst="roundRect">
                  <a:avLst/>
                </a:prstGeom>
                <a:solidFill>
                  <a:srgbClr val="4C72B0">
                    <a:alpha val="5098"/>
                  </a:srgbClr>
                </a:solidFill>
                <a:ln w="9525">
                  <a:solidFill>
                    <a:srgbClr val="4C72B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AF1FE126-9DD0-44F7-B916-05628412D126}"/>
                    </a:ext>
                  </a:extLst>
                </p:cNvPr>
                <p:cNvSpPr txBox="1"/>
                <p:nvPr/>
              </p:nvSpPr>
              <p:spPr>
                <a:xfrm>
                  <a:off x="-130198" y="542668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Niche  difference (</a:t>
                  </a:r>
                  <a:r>
                    <a:rPr lang="en-US" altLang="zh-CN" dirty="0" err="1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baseline="-25000" dirty="0" err="1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p:grp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7331C488-FA47-415C-9D1E-FC0314FEC8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0689" y="5652475"/>
                <a:ext cx="1" cy="849495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6D4FA8E1-A8C6-4BEF-8AC9-F1615A259F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8176" y="6085112"/>
                <a:ext cx="0" cy="414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箭头连接符 221">
                <a:extLst>
                  <a:ext uri="{FF2B5EF4-FFF2-40B4-BE49-F238E27FC236}">
                    <a16:creationId xmlns:a16="http://schemas.microsoft.com/office/drawing/2014/main" id="{C9DE7EB9-D273-4BE4-AFF3-B23032624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0275" y="6477635"/>
                <a:ext cx="288000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A96894A3-9568-44EA-BB4E-A71835B2CE5B}"/>
                </a:ext>
              </a:extLst>
            </p:cNvPr>
            <p:cNvCxnSpPr/>
            <p:nvPr/>
          </p:nvCxnSpPr>
          <p:spPr>
            <a:xfrm>
              <a:off x="1478451" y="1999986"/>
              <a:ext cx="0" cy="360000"/>
            </a:xfrm>
            <a:prstGeom prst="straightConnector1">
              <a:avLst/>
            </a:prstGeom>
            <a:ln w="19050">
              <a:solidFill>
                <a:srgbClr val="55A868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80E781F1-0ECA-49D9-AB07-40EA50F783BE}"/>
                </a:ext>
              </a:extLst>
            </p:cNvPr>
            <p:cNvGrpSpPr/>
            <p:nvPr/>
          </p:nvGrpSpPr>
          <p:grpSpPr>
            <a:xfrm>
              <a:off x="4913376" y="3665587"/>
              <a:ext cx="2601985" cy="1096362"/>
              <a:chOff x="332236" y="5475547"/>
              <a:chExt cx="2601985" cy="1096362"/>
            </a:xfrm>
          </p:grpSpPr>
          <p:grpSp>
            <p:nvGrpSpPr>
              <p:cNvPr id="233" name="组合 232">
                <a:extLst>
                  <a:ext uri="{FF2B5EF4-FFF2-40B4-BE49-F238E27FC236}">
                    <a16:creationId xmlns:a16="http://schemas.microsoft.com/office/drawing/2014/main" id="{D555CF5D-C5EA-4E97-98B2-2831C6328996}"/>
                  </a:ext>
                </a:extLst>
              </p:cNvPr>
              <p:cNvGrpSpPr/>
              <p:nvPr/>
            </p:nvGrpSpPr>
            <p:grpSpPr>
              <a:xfrm>
                <a:off x="332236" y="5475547"/>
                <a:ext cx="2601985" cy="1096362"/>
                <a:chOff x="520450" y="5464351"/>
                <a:chExt cx="2601985" cy="1096362"/>
              </a:xfrm>
            </p:grpSpPr>
            <p:grpSp>
              <p:nvGrpSpPr>
                <p:cNvPr id="234" name="组合 233">
                  <a:extLst>
                    <a:ext uri="{FF2B5EF4-FFF2-40B4-BE49-F238E27FC236}">
                      <a16:creationId xmlns:a16="http://schemas.microsoft.com/office/drawing/2014/main" id="{729A8778-B0EE-4037-956E-4D638E732421}"/>
                    </a:ext>
                  </a:extLst>
                </p:cNvPr>
                <p:cNvGrpSpPr/>
                <p:nvPr/>
              </p:nvGrpSpPr>
              <p:grpSpPr>
                <a:xfrm>
                  <a:off x="520450" y="5464351"/>
                  <a:ext cx="2601985" cy="1096362"/>
                  <a:chOff x="-878402" y="5426681"/>
                  <a:chExt cx="2601985" cy="1096362"/>
                </a:xfrm>
              </p:grpSpPr>
              <p:sp>
                <p:nvSpPr>
                  <p:cNvPr id="242" name="Rounded Rectangle 6">
                    <a:extLst>
                      <a:ext uri="{FF2B5EF4-FFF2-40B4-BE49-F238E27FC236}">
                        <a16:creationId xmlns:a16="http://schemas.microsoft.com/office/drawing/2014/main" id="{D9797B6B-5958-4183-859B-9EF39B5D0A20}"/>
                      </a:ext>
                    </a:extLst>
                  </p:cNvPr>
                  <p:cNvSpPr/>
                  <p:nvPr/>
                </p:nvSpPr>
                <p:spPr>
                  <a:xfrm>
                    <a:off x="-878402" y="5443043"/>
                    <a:ext cx="2520000" cy="1080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B926F963-643C-481C-BDEA-D2525AB44E5A}"/>
                      </a:ext>
                    </a:extLst>
                  </p:cNvPr>
                  <p:cNvSpPr txBox="1"/>
                  <p:nvPr/>
                </p:nvSpPr>
                <p:spPr>
                  <a:xfrm>
                    <a:off x="-71032" y="5426681"/>
                    <a:ext cx="1794615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 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  <p:cxnSp>
              <p:nvCxnSpPr>
                <p:cNvPr id="239" name="直接箭头连接符 238">
                  <a:extLst>
                    <a:ext uri="{FF2B5EF4-FFF2-40B4-BE49-F238E27FC236}">
                      <a16:creationId xmlns:a16="http://schemas.microsoft.com/office/drawing/2014/main" id="{87009748-8B73-4C6E-A340-A7F9D07F8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4941" y="5669334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DD557B63-9F7C-43AA-9F8A-DE2D3D1F9A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2417" y="5649792"/>
                <a:ext cx="432000" cy="1"/>
              </a:xfrm>
              <a:prstGeom prst="line">
                <a:avLst/>
              </a:prstGeom>
              <a:ln w="19050">
                <a:solidFill>
                  <a:srgbClr val="DD845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FEB29625-8CE5-4D80-8C8C-72AE106EF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313" y="6082874"/>
                <a:ext cx="108000" cy="0"/>
              </a:xfrm>
              <a:prstGeom prst="line">
                <a:avLst/>
              </a:prstGeom>
              <a:ln w="19050">
                <a:solidFill>
                  <a:srgbClr val="DD845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17B79B92-9758-413E-BDDE-E36AFB773DD3}"/>
                </a:ext>
              </a:extLst>
            </p:cNvPr>
            <p:cNvGrpSpPr/>
            <p:nvPr/>
          </p:nvGrpSpPr>
          <p:grpSpPr>
            <a:xfrm>
              <a:off x="9009747" y="2709262"/>
              <a:ext cx="2559726" cy="1080000"/>
              <a:chOff x="-894985" y="5428796"/>
              <a:chExt cx="2559726" cy="1080000"/>
            </a:xfrm>
          </p:grpSpPr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B00CBE17-6F88-4DC3-BFB1-A6417B9A85E2}"/>
                  </a:ext>
                </a:extLst>
              </p:cNvPr>
              <p:cNvSpPr/>
              <p:nvPr/>
            </p:nvSpPr>
            <p:spPr>
              <a:xfrm>
                <a:off x="-894985" y="5428796"/>
                <a:ext cx="2520000" cy="1080000"/>
              </a:xfrm>
              <a:prstGeom prst="roundRect">
                <a:avLst/>
              </a:prstGeom>
              <a:solidFill>
                <a:srgbClr val="1E908C">
                  <a:alpha val="5098"/>
                </a:srgbClr>
              </a:solidFill>
              <a:ln w="9525">
                <a:solidFill>
                  <a:srgbClr val="1E90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D3614C7-258A-409D-838D-78A0AE673FDB}"/>
                  </a:ext>
                </a:extLst>
              </p:cNvPr>
              <p:cNvSpPr txBox="1"/>
              <p:nvPr/>
            </p:nvSpPr>
            <p:spPr>
              <a:xfrm>
                <a:off x="-129874" y="5460638"/>
                <a:ext cx="1794615" cy="9205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6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Establishment</a:t>
                </a:r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</a:p>
            </p:txBody>
          </p:sp>
        </p:grpSp>
        <p:pic>
          <p:nvPicPr>
            <p:cNvPr id="359" name="图形 358" descr="三叶草">
              <a:extLst>
                <a:ext uri="{FF2B5EF4-FFF2-40B4-BE49-F238E27FC236}">
                  <a16:creationId xmlns:a16="http://schemas.microsoft.com/office/drawing/2014/main" id="{E4D49AFF-C01A-44C2-9118-619A5BE263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55017" r="59041"/>
            <a:stretch/>
          </p:blipFill>
          <p:spPr>
            <a:xfrm rot="21247962">
              <a:off x="963112" y="3993973"/>
              <a:ext cx="271444" cy="792926"/>
            </a:xfrm>
            <a:prstGeom prst="rect">
              <a:avLst/>
            </a:prstGeom>
          </p:spPr>
        </p:pic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47D267FE-93E4-4E7E-92CF-9BC3CD136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32128" y="2615522"/>
              <a:ext cx="249879" cy="251165"/>
            </a:xfrm>
            <a:prstGeom prst="rect">
              <a:avLst/>
            </a:prstGeom>
          </p:spPr>
        </p:pic>
        <p:pic>
          <p:nvPicPr>
            <p:cNvPr id="113" name="图形 112" descr="鲜花">
              <a:extLst>
                <a:ext uri="{FF2B5EF4-FFF2-40B4-BE49-F238E27FC236}">
                  <a16:creationId xmlns:a16="http://schemas.microsoft.com/office/drawing/2014/main" id="{CBF37A29-3814-4225-9047-6AA6D2E0F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57338"/>
            <a:stretch/>
          </p:blipFill>
          <p:spPr>
            <a:xfrm>
              <a:off x="1052219" y="4089057"/>
              <a:ext cx="231592" cy="98802"/>
            </a:xfrm>
            <a:prstGeom prst="rect">
              <a:avLst/>
            </a:prstGeom>
          </p:spPr>
        </p:pic>
        <p:pic>
          <p:nvPicPr>
            <p:cNvPr id="116" name="图形 115">
              <a:extLst>
                <a:ext uri="{FF2B5EF4-FFF2-40B4-BE49-F238E27FC236}">
                  <a16:creationId xmlns:a16="http://schemas.microsoft.com/office/drawing/2014/main" id="{8A236673-46C1-45D5-A311-0AF106930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56115" y="2010406"/>
              <a:ext cx="249879" cy="251165"/>
            </a:xfrm>
            <a:prstGeom prst="rect">
              <a:avLst/>
            </a:prstGeom>
          </p:spPr>
        </p:pic>
        <p:pic>
          <p:nvPicPr>
            <p:cNvPr id="110" name="图形 109" descr="无茎花朵">
              <a:extLst>
                <a:ext uri="{FF2B5EF4-FFF2-40B4-BE49-F238E27FC236}">
                  <a16:creationId xmlns:a16="http://schemas.microsoft.com/office/drawing/2014/main" id="{0ACA6646-4990-4C76-B7A3-303EECA18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72538" y="1809782"/>
              <a:ext cx="360000" cy="360000"/>
            </a:xfrm>
            <a:prstGeom prst="rect">
              <a:avLst/>
            </a:prstGeom>
          </p:spPr>
        </p:pic>
        <p:pic>
          <p:nvPicPr>
            <p:cNvPr id="115" name="图形 114" descr="无茎花朵">
              <a:extLst>
                <a:ext uri="{FF2B5EF4-FFF2-40B4-BE49-F238E27FC236}">
                  <a16:creationId xmlns:a16="http://schemas.microsoft.com/office/drawing/2014/main" id="{F99A8D19-F48C-4C91-8E99-A17573697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476898" y="2213202"/>
              <a:ext cx="360000" cy="360000"/>
            </a:xfrm>
            <a:prstGeom prst="rect">
              <a:avLst/>
            </a:prstGeom>
          </p:spPr>
        </p:pic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AFE49BF-27BB-40D8-B980-24EF95AEEFA9}"/>
                </a:ext>
              </a:extLst>
            </p:cNvPr>
            <p:cNvGrpSpPr/>
            <p:nvPr/>
          </p:nvGrpSpPr>
          <p:grpSpPr>
            <a:xfrm rot="20484830">
              <a:off x="1225789" y="4195302"/>
              <a:ext cx="366676" cy="492375"/>
              <a:chOff x="1186757" y="4070120"/>
              <a:chExt cx="463903" cy="622933"/>
            </a:xfrm>
          </p:grpSpPr>
          <p:pic>
            <p:nvPicPr>
              <p:cNvPr id="130" name="图形 129" descr="三叶草">
                <a:extLst>
                  <a:ext uri="{FF2B5EF4-FFF2-40B4-BE49-F238E27FC236}">
                    <a16:creationId xmlns:a16="http://schemas.microsoft.com/office/drawing/2014/main" id="{DCF256FB-3A2C-468C-AA86-13F28F0CFF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131" name="图形 130" descr="无茎花朵">
                <a:extLst>
                  <a:ext uri="{FF2B5EF4-FFF2-40B4-BE49-F238E27FC236}">
                    <a16:creationId xmlns:a16="http://schemas.microsoft.com/office/drawing/2014/main" id="{8661EB3A-261E-46CA-8215-E7FD4AEDE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7C9DA8E2-39F3-43EE-91CD-10701412F014}"/>
                </a:ext>
              </a:extLst>
            </p:cNvPr>
            <p:cNvGrpSpPr/>
            <p:nvPr/>
          </p:nvGrpSpPr>
          <p:grpSpPr>
            <a:xfrm rot="20699580">
              <a:off x="1434121" y="4202594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133" name="图形 132" descr="三叶草">
                <a:extLst>
                  <a:ext uri="{FF2B5EF4-FFF2-40B4-BE49-F238E27FC236}">
                    <a16:creationId xmlns:a16="http://schemas.microsoft.com/office/drawing/2014/main" id="{6BB9B0B7-465D-457D-B95E-BBF5CDE89C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134" name="图形 133" descr="无茎花朵">
                <a:extLst>
                  <a:ext uri="{FF2B5EF4-FFF2-40B4-BE49-F238E27FC236}">
                    <a16:creationId xmlns:a16="http://schemas.microsoft.com/office/drawing/2014/main" id="{48231D46-A013-429F-AB15-8FBFF4607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135" name="图形 134" descr="无茎花朵">
              <a:extLst>
                <a:ext uri="{FF2B5EF4-FFF2-40B4-BE49-F238E27FC236}">
                  <a16:creationId xmlns:a16="http://schemas.microsoft.com/office/drawing/2014/main" id="{E879EB01-CEA3-43F6-BBD3-4A770EA94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43623" y="2317500"/>
              <a:ext cx="360000" cy="360000"/>
            </a:xfrm>
            <a:prstGeom prst="rect">
              <a:avLst/>
            </a:prstGeom>
          </p:spPr>
        </p:pic>
        <p:pic>
          <p:nvPicPr>
            <p:cNvPr id="201" name="图形 200" descr="盆花">
              <a:extLst>
                <a:ext uri="{FF2B5EF4-FFF2-40B4-BE49-F238E27FC236}">
                  <a16:creationId xmlns:a16="http://schemas.microsoft.com/office/drawing/2014/main" id="{C0656E07-0FDD-4502-9231-BF1C7DAE29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25816" t="53728" r="21971" b="37594"/>
            <a:stretch/>
          </p:blipFill>
          <p:spPr>
            <a:xfrm>
              <a:off x="931441" y="4550464"/>
              <a:ext cx="969509" cy="114998"/>
            </a:xfrm>
            <a:prstGeom prst="rect">
              <a:avLst/>
            </a:prstGeom>
          </p:spPr>
        </p:pic>
        <p:pic>
          <p:nvPicPr>
            <p:cNvPr id="136" name="图形 135" descr="盆花">
              <a:extLst>
                <a:ext uri="{FF2B5EF4-FFF2-40B4-BE49-F238E27FC236}">
                  <a16:creationId xmlns:a16="http://schemas.microsoft.com/office/drawing/2014/main" id="{C91562B7-AEC0-4EAD-845E-BD0D71E4E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25816" t="53728" r="21971" b="37594"/>
            <a:stretch/>
          </p:blipFill>
          <p:spPr>
            <a:xfrm>
              <a:off x="9049473" y="3481284"/>
              <a:ext cx="969509" cy="114998"/>
            </a:xfrm>
            <a:prstGeom prst="rect">
              <a:avLst/>
            </a:prstGeom>
          </p:spPr>
        </p:pic>
        <p:pic>
          <p:nvPicPr>
            <p:cNvPr id="149" name="图形 148">
              <a:extLst>
                <a:ext uri="{FF2B5EF4-FFF2-40B4-BE49-F238E27FC236}">
                  <a16:creationId xmlns:a16="http://schemas.microsoft.com/office/drawing/2014/main" id="{95478FD2-B78A-4A46-8EC8-E8DC9F200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817" y="3809391"/>
              <a:ext cx="249879" cy="251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222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D83FA-A437-4E04-B26D-39BCB7258DB9}"/>
              </a:ext>
            </a:extLst>
          </p:cNvPr>
          <p:cNvCxnSpPr>
            <a:cxnSpLocks/>
          </p:cNvCxnSpPr>
          <p:nvPr/>
        </p:nvCxnSpPr>
        <p:spPr>
          <a:xfrm flipH="1">
            <a:off x="536841" y="5644872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3530BBDB-EAF2-4B77-A4BA-EB86C1DDAACB}"/>
              </a:ext>
            </a:extLst>
          </p:cNvPr>
          <p:cNvGrpSpPr/>
          <p:nvPr/>
        </p:nvGrpSpPr>
        <p:grpSpPr>
          <a:xfrm>
            <a:off x="9195512" y="2914653"/>
            <a:ext cx="324728" cy="689991"/>
            <a:chOff x="8978908" y="1733519"/>
            <a:chExt cx="847726" cy="1801272"/>
          </a:xfrm>
        </p:grpSpPr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30B582D7-F457-41ED-BCC8-BB45002B7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318"/>
            <a:stretch/>
          </p:blipFill>
          <p:spPr>
            <a:xfrm>
              <a:off x="8978908" y="2196026"/>
              <a:ext cx="847726" cy="1338765"/>
            </a:xfrm>
            <a:prstGeom prst="rect">
              <a:avLst/>
            </a:prstGeom>
          </p:spPr>
        </p:pic>
        <p:pic>
          <p:nvPicPr>
            <p:cNvPr id="107" name="图形 106">
              <a:extLst>
                <a:ext uri="{FF2B5EF4-FFF2-40B4-BE49-F238E27FC236}">
                  <a16:creationId xmlns:a16="http://schemas.microsoft.com/office/drawing/2014/main" id="{C43CA085-B07E-4FD8-B2D0-01D4CEE00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80781" y="1733519"/>
              <a:ext cx="633857" cy="637121"/>
            </a:xfrm>
            <a:prstGeom prst="rect">
              <a:avLst/>
            </a:prstGeom>
          </p:spPr>
        </p:pic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64CD9F76-172D-4F69-96A3-379B47AABC02}"/>
              </a:ext>
            </a:extLst>
          </p:cNvPr>
          <p:cNvGrpSpPr/>
          <p:nvPr/>
        </p:nvGrpSpPr>
        <p:grpSpPr>
          <a:xfrm>
            <a:off x="9429796" y="2866361"/>
            <a:ext cx="338846" cy="721511"/>
            <a:chOff x="8978908" y="1661527"/>
            <a:chExt cx="879749" cy="1873264"/>
          </a:xfrm>
        </p:grpSpPr>
        <p:pic>
          <p:nvPicPr>
            <p:cNvPr id="111" name="图形 110">
              <a:extLst>
                <a:ext uri="{FF2B5EF4-FFF2-40B4-BE49-F238E27FC236}">
                  <a16:creationId xmlns:a16="http://schemas.microsoft.com/office/drawing/2014/main" id="{04837E31-B0AB-4521-887C-88ED4043B5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318"/>
            <a:stretch/>
          </p:blipFill>
          <p:spPr>
            <a:xfrm>
              <a:off x="8978908" y="2196026"/>
              <a:ext cx="847726" cy="1338765"/>
            </a:xfrm>
            <a:prstGeom prst="rect">
              <a:avLst/>
            </a:prstGeom>
          </p:spPr>
        </p:pic>
        <p:pic>
          <p:nvPicPr>
            <p:cNvPr id="112" name="图形 111">
              <a:extLst>
                <a:ext uri="{FF2B5EF4-FFF2-40B4-BE49-F238E27FC236}">
                  <a16:creationId xmlns:a16="http://schemas.microsoft.com/office/drawing/2014/main" id="{C13AE89F-6302-4215-BF89-E1415AD66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53176" y="1661527"/>
              <a:ext cx="705481" cy="709112"/>
            </a:xfrm>
            <a:prstGeom prst="rect">
              <a:avLst/>
            </a:prstGeom>
          </p:spPr>
        </p:pic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B14256BE-83B6-41C1-BC21-23D0142DCE88}"/>
              </a:ext>
            </a:extLst>
          </p:cNvPr>
          <p:cNvGrpSpPr/>
          <p:nvPr/>
        </p:nvGrpSpPr>
        <p:grpSpPr>
          <a:xfrm>
            <a:off x="9691645" y="2900233"/>
            <a:ext cx="322898" cy="674859"/>
            <a:chOff x="8978908" y="1604357"/>
            <a:chExt cx="923649" cy="1930434"/>
          </a:xfrm>
        </p:grpSpPr>
        <p:pic>
          <p:nvPicPr>
            <p:cNvPr id="137" name="图形 136">
              <a:extLst>
                <a:ext uri="{FF2B5EF4-FFF2-40B4-BE49-F238E27FC236}">
                  <a16:creationId xmlns:a16="http://schemas.microsoft.com/office/drawing/2014/main" id="{99A8B2C2-58C3-4215-8491-837E669518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318"/>
            <a:stretch/>
          </p:blipFill>
          <p:spPr>
            <a:xfrm>
              <a:off x="8978908" y="2196026"/>
              <a:ext cx="847726" cy="1338765"/>
            </a:xfrm>
            <a:prstGeom prst="rect">
              <a:avLst/>
            </a:prstGeom>
          </p:spPr>
        </p:pic>
        <p:pic>
          <p:nvPicPr>
            <p:cNvPr id="138" name="图形 137">
              <a:extLst>
                <a:ext uri="{FF2B5EF4-FFF2-40B4-BE49-F238E27FC236}">
                  <a16:creationId xmlns:a16="http://schemas.microsoft.com/office/drawing/2014/main" id="{0236CC1B-E27E-4805-8C69-A2D398206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40200" y="1604357"/>
              <a:ext cx="762357" cy="766279"/>
            </a:xfrm>
            <a:prstGeom prst="rect">
              <a:avLst/>
            </a:prstGeom>
          </p:spPr>
        </p:pic>
      </p:grpSp>
      <p:pic>
        <p:nvPicPr>
          <p:cNvPr id="244" name="图形 243">
            <a:extLst>
              <a:ext uri="{FF2B5EF4-FFF2-40B4-BE49-F238E27FC236}">
                <a16:creationId xmlns:a16="http://schemas.microsoft.com/office/drawing/2014/main" id="{6038BCD2-861B-4235-8F38-5AA4079B9ED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14485"/>
          <a:stretch/>
        </p:blipFill>
        <p:spPr>
          <a:xfrm>
            <a:off x="5034861" y="3720046"/>
            <a:ext cx="907051" cy="1001755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48469E0D-683C-4072-99F3-2413EA14ADB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14485"/>
          <a:stretch/>
        </p:blipFill>
        <p:spPr>
          <a:xfrm>
            <a:off x="5013966" y="1861151"/>
            <a:ext cx="907051" cy="1001755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DCAE7477-D096-4982-80BB-D19A17D97402}"/>
              </a:ext>
            </a:extLst>
          </p:cNvPr>
          <p:cNvSpPr txBox="1"/>
          <p:nvPr/>
        </p:nvSpPr>
        <p:spPr>
          <a:xfrm>
            <a:off x="1614613" y="3768661"/>
            <a:ext cx="1121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MFD</a:t>
            </a:r>
            <a:r>
              <a:rPr lang="en-US" altLang="zh-CN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endParaRPr lang="zh-CN" altLang="en-US" baseline="-25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7DD5FBA-3560-4A74-AA7F-7A5B363DBCB8}"/>
              </a:ext>
            </a:extLst>
          </p:cNvPr>
          <p:cNvGrpSpPr/>
          <p:nvPr/>
        </p:nvGrpSpPr>
        <p:grpSpPr>
          <a:xfrm>
            <a:off x="896152" y="1829183"/>
            <a:ext cx="2557432" cy="1098083"/>
            <a:chOff x="-893015" y="5426681"/>
            <a:chExt cx="2557432" cy="1098083"/>
          </a:xfrm>
        </p:grpSpPr>
        <p:sp>
          <p:nvSpPr>
            <p:cNvPr id="92" name="Rounded Rectangle 6">
              <a:extLst>
                <a:ext uri="{FF2B5EF4-FFF2-40B4-BE49-F238E27FC236}">
                  <a16:creationId xmlns:a16="http://schemas.microsoft.com/office/drawing/2014/main" id="{12FA0480-9F04-4B45-B787-8CE7881908F1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55A868">
                <a:alpha val="5098"/>
              </a:srgbClr>
            </a:solidFill>
            <a:ln w="9525">
              <a:solidFill>
                <a:srgbClr val="55A86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5F71276-5EDF-4A3F-922A-1DE9644DF458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 difference (</a:t>
              </a:r>
              <a:r>
                <a:rPr lang="en-US" altLang="zh-CN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MPD</a:t>
              </a:r>
              <a:r>
                <a:rPr lang="en-US" altLang="zh-CN" baseline="-25000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CDDE2B19-7BE8-4C7D-9BBA-2EC203E4376F}"/>
                </a:ext>
              </a:extLst>
            </p:cNvPr>
            <p:cNvGrpSpPr/>
            <p:nvPr/>
          </p:nvGrpSpPr>
          <p:grpSpPr>
            <a:xfrm>
              <a:off x="-752544" y="5591983"/>
              <a:ext cx="535119" cy="821391"/>
              <a:chOff x="2118062" y="3735643"/>
              <a:chExt cx="872548" cy="821391"/>
            </a:xfrm>
          </p:grpSpPr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E13DF608-079C-4C2B-AA3A-0377A82ED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18062" y="4222985"/>
                <a:ext cx="352203" cy="3766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73E213BC-4EEE-4B70-AEDC-7CF6FC95F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6497" y="3970866"/>
                <a:ext cx="176101" cy="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FC16822A-E5F5-401E-9286-79B3382D0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9779" y="3735643"/>
                <a:ext cx="3312" cy="432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9E9AF8CB-7594-4124-994F-DE2FAFC492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2587" y="3737792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3EF8CEAD-7060-4DD6-A674-AFC97E52E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4059" y="4156953"/>
                <a:ext cx="317183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458B97E7-8B45-4DDF-BEFA-3FB07696A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2306" y="4548751"/>
                <a:ext cx="528304" cy="1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9CCFAE6A-D5E2-49B3-B31A-AEF9910F9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1057" y="3963034"/>
                <a:ext cx="1885" cy="594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D3BE753C-5A2C-41FE-988D-803C9834FCCF}"/>
              </a:ext>
            </a:extLst>
          </p:cNvPr>
          <p:cNvGrpSpPr/>
          <p:nvPr/>
        </p:nvGrpSpPr>
        <p:grpSpPr>
          <a:xfrm>
            <a:off x="4957557" y="1833404"/>
            <a:ext cx="2542819" cy="1096362"/>
            <a:chOff x="520450" y="5464351"/>
            <a:chExt cx="2542819" cy="1096362"/>
          </a:xfrm>
        </p:grpSpPr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E2E8FC43-96AE-4F98-BACF-A178F37CCBEC}"/>
                </a:ext>
              </a:extLst>
            </p:cNvPr>
            <p:cNvGrpSpPr/>
            <p:nvPr/>
          </p:nvGrpSpPr>
          <p:grpSpPr>
            <a:xfrm>
              <a:off x="520450" y="5464351"/>
              <a:ext cx="2542819" cy="1096362"/>
              <a:chOff x="-878402" y="5426681"/>
              <a:chExt cx="2542819" cy="1096362"/>
            </a:xfrm>
          </p:grpSpPr>
          <p:sp>
            <p:nvSpPr>
              <p:cNvPr id="207" name="Rounded Rectangle 6">
                <a:extLst>
                  <a:ext uri="{FF2B5EF4-FFF2-40B4-BE49-F238E27FC236}">
                    <a16:creationId xmlns:a16="http://schemas.microsoft.com/office/drawing/2014/main" id="{4F03D775-4C42-4FC1-B8DC-6D491ACD5F96}"/>
                  </a:ext>
                </a:extLst>
              </p:cNvPr>
              <p:cNvSpPr/>
              <p:nvPr/>
            </p:nvSpPr>
            <p:spPr>
              <a:xfrm>
                <a:off x="-878402" y="5443043"/>
                <a:ext cx="2520000" cy="1080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AF1FE126-9DD0-44F7-B916-05628412D126}"/>
                  </a:ext>
                </a:extLst>
              </p:cNvPr>
              <p:cNvSpPr txBox="1"/>
              <p:nvPr/>
            </p:nvSpPr>
            <p:spPr>
              <a:xfrm>
                <a:off x="-130198" y="542668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7331C488-FA47-415C-9D1E-FC0314FEC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689" y="5652475"/>
              <a:ext cx="1" cy="84949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6D4FA8E1-A8C6-4BEF-8AC9-F1615A259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8176" y="6085112"/>
              <a:ext cx="0" cy="414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C9DE7EB9-D273-4BE4-AFF3-B230326240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275" y="6477635"/>
              <a:ext cx="288000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A96894A3-9568-44EA-BB4E-A71835B2CE5B}"/>
              </a:ext>
            </a:extLst>
          </p:cNvPr>
          <p:cNvCxnSpPr/>
          <p:nvPr/>
        </p:nvCxnSpPr>
        <p:spPr>
          <a:xfrm>
            <a:off x="1550013" y="2026564"/>
            <a:ext cx="0" cy="360000"/>
          </a:xfrm>
          <a:prstGeom prst="straightConnector1">
            <a:avLst/>
          </a:prstGeom>
          <a:ln w="19050">
            <a:solidFill>
              <a:srgbClr val="55A86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80E781F1-0ECA-49D9-AB07-40EA50F783BE}"/>
              </a:ext>
            </a:extLst>
          </p:cNvPr>
          <p:cNvGrpSpPr/>
          <p:nvPr/>
        </p:nvGrpSpPr>
        <p:grpSpPr>
          <a:xfrm>
            <a:off x="4984938" y="3692165"/>
            <a:ext cx="2601985" cy="1096362"/>
            <a:chOff x="332236" y="5475547"/>
            <a:chExt cx="2601985" cy="1096362"/>
          </a:xfrm>
        </p:grpSpPr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D555CF5D-C5EA-4E97-98B2-2831C6328996}"/>
                </a:ext>
              </a:extLst>
            </p:cNvPr>
            <p:cNvGrpSpPr/>
            <p:nvPr/>
          </p:nvGrpSpPr>
          <p:grpSpPr>
            <a:xfrm>
              <a:off x="332236" y="5475547"/>
              <a:ext cx="2601985" cy="1096362"/>
              <a:chOff x="520450" y="5464351"/>
              <a:chExt cx="2601985" cy="1096362"/>
            </a:xfrm>
          </p:grpSpPr>
          <p:grpSp>
            <p:nvGrpSpPr>
              <p:cNvPr id="234" name="组合 233">
                <a:extLst>
                  <a:ext uri="{FF2B5EF4-FFF2-40B4-BE49-F238E27FC236}">
                    <a16:creationId xmlns:a16="http://schemas.microsoft.com/office/drawing/2014/main" id="{729A8778-B0EE-4037-956E-4D638E732421}"/>
                  </a:ext>
                </a:extLst>
              </p:cNvPr>
              <p:cNvGrpSpPr/>
              <p:nvPr/>
            </p:nvGrpSpPr>
            <p:grpSpPr>
              <a:xfrm>
                <a:off x="520450" y="5464351"/>
                <a:ext cx="2601985" cy="1096362"/>
                <a:chOff x="-878402" y="5426681"/>
                <a:chExt cx="2601985" cy="1096362"/>
              </a:xfrm>
            </p:grpSpPr>
            <p:sp>
              <p:nvSpPr>
                <p:cNvPr id="242" name="Rounded Rectangle 6">
                  <a:extLst>
                    <a:ext uri="{FF2B5EF4-FFF2-40B4-BE49-F238E27FC236}">
                      <a16:creationId xmlns:a16="http://schemas.microsoft.com/office/drawing/2014/main" id="{D9797B6B-5958-4183-859B-9EF39B5D0A20}"/>
                    </a:ext>
                  </a:extLst>
                </p:cNvPr>
                <p:cNvSpPr/>
                <p:nvPr/>
              </p:nvSpPr>
              <p:spPr>
                <a:xfrm>
                  <a:off x="-878402" y="5443043"/>
                  <a:ext cx="2520000" cy="1080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B926F963-643C-481C-BDEA-D2525AB44E5A}"/>
                    </a:ext>
                  </a:extLst>
                </p:cNvPr>
                <p:cNvSpPr txBox="1"/>
                <p:nvPr/>
              </p:nvSpPr>
              <p:spPr>
                <a:xfrm>
                  <a:off x="-71032" y="542668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 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p:grp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87009748-8B73-4C6E-A340-A7F9D07F81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4941" y="5669334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DD557B63-9F7C-43AA-9F8A-DE2D3D1F9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17" y="5649792"/>
              <a:ext cx="432000" cy="1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FEB29625-8CE5-4D80-8C8C-72AE106EF6E2}"/>
                </a:ext>
              </a:extLst>
            </p:cNvPr>
            <p:cNvCxnSpPr>
              <a:cxnSpLocks/>
            </p:cNvCxnSpPr>
            <p:nvPr/>
          </p:nvCxnSpPr>
          <p:spPr>
            <a:xfrm>
              <a:off x="1045313" y="6082874"/>
              <a:ext cx="108000" cy="0"/>
            </a:xfrm>
            <a:prstGeom prst="line">
              <a:avLst/>
            </a:prstGeom>
            <a:ln w="19050">
              <a:solidFill>
                <a:srgbClr val="DD845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17B79B92-9758-413E-BDDE-E36AFB773DD3}"/>
              </a:ext>
            </a:extLst>
          </p:cNvPr>
          <p:cNvGrpSpPr/>
          <p:nvPr/>
        </p:nvGrpSpPr>
        <p:grpSpPr>
          <a:xfrm>
            <a:off x="9043877" y="2756345"/>
            <a:ext cx="2594477" cy="1080000"/>
            <a:chOff x="-894985" y="5428796"/>
            <a:chExt cx="2594477" cy="1080000"/>
          </a:xfrm>
        </p:grpSpPr>
        <p:sp>
          <p:nvSpPr>
            <p:cNvPr id="260" name="Rounded Rectangle 6">
              <a:extLst>
                <a:ext uri="{FF2B5EF4-FFF2-40B4-BE49-F238E27FC236}">
                  <a16:creationId xmlns:a16="http://schemas.microsoft.com/office/drawing/2014/main" id="{B00CBE17-6F88-4DC3-BFB1-A6417B9A85E2}"/>
                </a:ext>
              </a:extLst>
            </p:cNvPr>
            <p:cNvSpPr/>
            <p:nvPr/>
          </p:nvSpPr>
          <p:spPr>
            <a:xfrm>
              <a:off x="-894985" y="5428796"/>
              <a:ext cx="2520000" cy="1080000"/>
            </a:xfrm>
            <a:prstGeom prst="roundRect">
              <a:avLst/>
            </a:prstGeom>
            <a:solidFill>
              <a:srgbClr val="1E908C">
                <a:alpha val="5098"/>
              </a:srgbClr>
            </a:solidFill>
            <a:ln w="9525">
              <a:solidFill>
                <a:srgbClr val="1E90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AD3614C7-258A-409D-838D-78A0AE673FDB}"/>
                </a:ext>
              </a:extLst>
            </p:cNvPr>
            <p:cNvSpPr txBox="1"/>
            <p:nvPr/>
          </p:nvSpPr>
          <p:spPr>
            <a:xfrm>
              <a:off x="-95123" y="5435182"/>
              <a:ext cx="1794615" cy="9205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60000"/>
                </a:lnSpc>
              </a:pPr>
              <a:r>
                <a:rPr lang="en-US" altLang="zh-CN" dirty="0">
                  <a:solidFill>
                    <a:srgbClr val="1E908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Dominance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dirty="0">
                  <a:solidFill>
                    <a:srgbClr val="1E908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</a:t>
              </a:r>
            </a:p>
          </p:txBody>
        </p:sp>
      </p:grpSp>
      <p:sp>
        <p:nvSpPr>
          <p:cNvPr id="329" name="矩形 328">
            <a:extLst>
              <a:ext uri="{FF2B5EF4-FFF2-40B4-BE49-F238E27FC236}">
                <a16:creationId xmlns:a16="http://schemas.microsoft.com/office/drawing/2014/main" id="{7364631D-A308-4E20-AA1D-D6F7C8162F04}"/>
              </a:ext>
            </a:extLst>
          </p:cNvPr>
          <p:cNvSpPr/>
          <p:nvPr/>
        </p:nvSpPr>
        <p:spPr>
          <a:xfrm>
            <a:off x="1594486" y="3511669"/>
            <a:ext cx="116615" cy="82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7D267FE-93E4-4E7E-92CF-9BC3CD136F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3690" y="2642100"/>
            <a:ext cx="249879" cy="25116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8A236673-46C1-45D5-A311-0AF1069306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7677" y="2036984"/>
            <a:ext cx="249879" cy="251165"/>
          </a:xfrm>
          <a:prstGeom prst="rect">
            <a:avLst/>
          </a:prstGeom>
        </p:spPr>
      </p:pic>
      <p:pic>
        <p:nvPicPr>
          <p:cNvPr id="110" name="图形 109" descr="无茎花朵">
            <a:extLst>
              <a:ext uri="{FF2B5EF4-FFF2-40B4-BE49-F238E27FC236}">
                <a16:creationId xmlns:a16="http://schemas.microsoft.com/office/drawing/2014/main" id="{0ACA6646-4990-4C76-B7A3-303EECA18D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44100" y="1836360"/>
            <a:ext cx="360000" cy="360000"/>
          </a:xfrm>
          <a:prstGeom prst="rect">
            <a:avLst/>
          </a:prstGeom>
        </p:spPr>
      </p:pic>
      <p:pic>
        <p:nvPicPr>
          <p:cNvPr id="115" name="图形 114" descr="无茎花朵">
            <a:extLst>
              <a:ext uri="{FF2B5EF4-FFF2-40B4-BE49-F238E27FC236}">
                <a16:creationId xmlns:a16="http://schemas.microsoft.com/office/drawing/2014/main" id="{F99A8D19-F48C-4C91-8E99-A175736974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8460" y="2239780"/>
            <a:ext cx="360000" cy="360000"/>
          </a:xfrm>
          <a:prstGeom prst="rect">
            <a:avLst/>
          </a:prstGeom>
        </p:spPr>
      </p:pic>
      <p:pic>
        <p:nvPicPr>
          <p:cNvPr id="135" name="图形 134" descr="无茎花朵">
            <a:extLst>
              <a:ext uri="{FF2B5EF4-FFF2-40B4-BE49-F238E27FC236}">
                <a16:creationId xmlns:a16="http://schemas.microsoft.com/office/drawing/2014/main" id="{E879EB01-CEA3-43F6-BBD3-4A770EA94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185" y="2344078"/>
            <a:ext cx="360000" cy="360000"/>
          </a:xfrm>
          <a:prstGeom prst="rect">
            <a:avLst/>
          </a:prstGeom>
        </p:spPr>
      </p:pic>
      <p:pic>
        <p:nvPicPr>
          <p:cNvPr id="136" name="图形 135" descr="盆花">
            <a:extLst>
              <a:ext uri="{FF2B5EF4-FFF2-40B4-BE49-F238E27FC236}">
                <a16:creationId xmlns:a16="http://schemas.microsoft.com/office/drawing/2014/main" id="{C91562B7-AEC0-4EAD-845E-BD0D71E4E70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5816" t="53728" r="21971" b="37594"/>
          <a:stretch/>
        </p:blipFill>
        <p:spPr>
          <a:xfrm>
            <a:off x="9121035" y="3507862"/>
            <a:ext cx="969509" cy="114998"/>
          </a:xfrm>
          <a:prstGeom prst="rect">
            <a:avLst/>
          </a:prstGeom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0040506B-8264-4FCD-AFEC-FF83F16C5AA7}"/>
              </a:ext>
            </a:extLst>
          </p:cNvPr>
          <p:cNvGrpSpPr/>
          <p:nvPr/>
        </p:nvGrpSpPr>
        <p:grpSpPr>
          <a:xfrm>
            <a:off x="861186" y="3682213"/>
            <a:ext cx="2557432" cy="1098083"/>
            <a:chOff x="-893015" y="5426681"/>
            <a:chExt cx="2557432" cy="1098083"/>
          </a:xfrm>
        </p:grpSpPr>
        <p:sp>
          <p:nvSpPr>
            <p:cNvPr id="141" name="Rounded Rectangle 6">
              <a:extLst>
                <a:ext uri="{FF2B5EF4-FFF2-40B4-BE49-F238E27FC236}">
                  <a16:creationId xmlns:a16="http://schemas.microsoft.com/office/drawing/2014/main" id="{C8467772-2BE7-4DC3-B4C9-7AB33CC111E0}"/>
                </a:ext>
              </a:extLst>
            </p:cNvPr>
            <p:cNvSpPr/>
            <p:nvPr/>
          </p:nvSpPr>
          <p:spPr>
            <a:xfrm>
              <a:off x="-893015" y="5444764"/>
              <a:ext cx="2520000" cy="1080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5D66C8D-B0F3-4B8B-AAE3-1FE4209346B3}"/>
                </a:ext>
              </a:extLst>
            </p:cNvPr>
            <p:cNvSpPr txBox="1"/>
            <p:nvPr/>
          </p:nvSpPr>
          <p:spPr>
            <a:xfrm>
              <a:off x="-130198" y="5426681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AE964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033CB8FE-A0C3-4725-9433-075362614B3E}"/>
              </a:ext>
            </a:extLst>
          </p:cNvPr>
          <p:cNvCxnSpPr>
            <a:cxnSpLocks/>
          </p:cNvCxnSpPr>
          <p:nvPr/>
        </p:nvCxnSpPr>
        <p:spPr>
          <a:xfrm>
            <a:off x="1472086" y="4250989"/>
            <a:ext cx="396000" cy="0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8E60F12A-5592-422C-B4BA-C2DDA225BA94}"/>
              </a:ext>
            </a:extLst>
          </p:cNvPr>
          <p:cNvCxnSpPr>
            <a:cxnSpLocks/>
          </p:cNvCxnSpPr>
          <p:nvPr/>
        </p:nvCxnSpPr>
        <p:spPr>
          <a:xfrm>
            <a:off x="1328487" y="3825371"/>
            <a:ext cx="540000" cy="885"/>
          </a:xfrm>
          <a:prstGeom prst="line">
            <a:avLst/>
          </a:prstGeom>
          <a:ln w="19050">
            <a:solidFill>
              <a:srgbClr val="CCB97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B3557592-AFE8-44D2-B6BF-FA1A414C7B18}"/>
              </a:ext>
            </a:extLst>
          </p:cNvPr>
          <p:cNvCxnSpPr/>
          <p:nvPr/>
        </p:nvCxnSpPr>
        <p:spPr>
          <a:xfrm>
            <a:off x="1650448" y="3862733"/>
            <a:ext cx="0" cy="360000"/>
          </a:xfrm>
          <a:prstGeom prst="straightConnector1">
            <a:avLst/>
          </a:prstGeom>
          <a:ln w="19050">
            <a:solidFill>
              <a:srgbClr val="CCB97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>
            <a:extLst>
              <a:ext uri="{FF2B5EF4-FFF2-40B4-BE49-F238E27FC236}">
                <a16:creationId xmlns:a16="http://schemas.microsoft.com/office/drawing/2014/main" id="{9A406062-52BB-470D-ABD9-BC60A70076D6}"/>
              </a:ext>
            </a:extLst>
          </p:cNvPr>
          <p:cNvSpPr/>
          <p:nvPr/>
        </p:nvSpPr>
        <p:spPr>
          <a:xfrm>
            <a:off x="947573" y="3585309"/>
            <a:ext cx="116615" cy="82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2D6D8D9A-4A27-484E-8547-A0425ECA2DFF}"/>
              </a:ext>
            </a:extLst>
          </p:cNvPr>
          <p:cNvGrpSpPr/>
          <p:nvPr/>
        </p:nvGrpSpPr>
        <p:grpSpPr>
          <a:xfrm rot="20484830">
            <a:off x="1330971" y="4221880"/>
            <a:ext cx="366676" cy="492375"/>
            <a:chOff x="1186757" y="4070120"/>
            <a:chExt cx="463903" cy="622933"/>
          </a:xfrm>
        </p:grpSpPr>
        <p:pic>
          <p:nvPicPr>
            <p:cNvPr id="151" name="图形 150" descr="三叶草">
              <a:extLst>
                <a:ext uri="{FF2B5EF4-FFF2-40B4-BE49-F238E27FC236}">
                  <a16:creationId xmlns:a16="http://schemas.microsoft.com/office/drawing/2014/main" id="{126966AE-B314-48BF-8A6A-28019D6E28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55017" r="59041"/>
            <a:stretch/>
          </p:blipFill>
          <p:spPr>
            <a:xfrm>
              <a:off x="1186757" y="4339905"/>
              <a:ext cx="235660" cy="353148"/>
            </a:xfrm>
            <a:prstGeom prst="rect">
              <a:avLst/>
            </a:prstGeom>
          </p:spPr>
        </p:pic>
        <p:pic>
          <p:nvPicPr>
            <p:cNvPr id="152" name="图形 151" descr="无茎花朵">
              <a:extLst>
                <a:ext uri="{FF2B5EF4-FFF2-40B4-BE49-F238E27FC236}">
                  <a16:creationId xmlns:a16="http://schemas.microsoft.com/office/drawing/2014/main" id="{B2D3A0DF-DEC8-4B69-B58C-A0710749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73171" y="4070120"/>
              <a:ext cx="377489" cy="377489"/>
            </a:xfrm>
            <a:prstGeom prst="rect">
              <a:avLst/>
            </a:prstGeom>
          </p:spPr>
        </p:pic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1E647BD-FEDF-4993-8515-0BB4427C49DA}"/>
              </a:ext>
            </a:extLst>
          </p:cNvPr>
          <p:cNvGrpSpPr/>
          <p:nvPr/>
        </p:nvGrpSpPr>
        <p:grpSpPr>
          <a:xfrm rot="20699580">
            <a:off x="1539303" y="4229172"/>
            <a:ext cx="364798" cy="491899"/>
            <a:chOff x="1186757" y="4070722"/>
            <a:chExt cx="461527" cy="622331"/>
          </a:xfrm>
          <a:solidFill>
            <a:srgbClr val="A8ACB2"/>
          </a:solidFill>
        </p:grpSpPr>
        <p:pic>
          <p:nvPicPr>
            <p:cNvPr id="154" name="图形 153" descr="三叶草">
              <a:extLst>
                <a:ext uri="{FF2B5EF4-FFF2-40B4-BE49-F238E27FC236}">
                  <a16:creationId xmlns:a16="http://schemas.microsoft.com/office/drawing/2014/main" id="{CB4ABB4D-24DC-4B31-B6BB-2DE1234A6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55017" r="59041"/>
            <a:stretch/>
          </p:blipFill>
          <p:spPr>
            <a:xfrm>
              <a:off x="1186757" y="4339905"/>
              <a:ext cx="235660" cy="353148"/>
            </a:xfrm>
            <a:prstGeom prst="rect">
              <a:avLst/>
            </a:prstGeom>
          </p:spPr>
        </p:pic>
        <p:pic>
          <p:nvPicPr>
            <p:cNvPr id="155" name="图形 154" descr="无茎花朵">
              <a:extLst>
                <a:ext uri="{FF2B5EF4-FFF2-40B4-BE49-F238E27FC236}">
                  <a16:creationId xmlns:a16="http://schemas.microsoft.com/office/drawing/2014/main" id="{131DD5B4-20EC-4DCE-8E26-7D0BB7372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70795" y="4070722"/>
              <a:ext cx="377489" cy="377489"/>
            </a:xfrm>
            <a:prstGeom prst="rect">
              <a:avLst/>
            </a:prstGeom>
          </p:spPr>
        </p:pic>
      </p:grpSp>
      <p:pic>
        <p:nvPicPr>
          <p:cNvPr id="156" name="图形 155" descr="盆花">
            <a:extLst>
              <a:ext uri="{FF2B5EF4-FFF2-40B4-BE49-F238E27FC236}">
                <a16:creationId xmlns:a16="http://schemas.microsoft.com/office/drawing/2014/main" id="{5C9C6C4D-755A-4C2D-9803-9D5F8368444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5816" t="53728" r="21971" b="37594"/>
          <a:stretch/>
        </p:blipFill>
        <p:spPr>
          <a:xfrm>
            <a:off x="1036623" y="4577042"/>
            <a:ext cx="969509" cy="114998"/>
          </a:xfrm>
          <a:prstGeom prst="rect">
            <a:avLst/>
          </a:prstGeom>
        </p:spPr>
      </p:pic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E8D7C384-8F0A-4552-B7EF-F591E9454D90}"/>
              </a:ext>
            </a:extLst>
          </p:cNvPr>
          <p:cNvGrpSpPr/>
          <p:nvPr/>
        </p:nvGrpSpPr>
        <p:grpSpPr>
          <a:xfrm>
            <a:off x="1038383" y="3840953"/>
            <a:ext cx="461626" cy="776458"/>
            <a:chOff x="8979591" y="1771756"/>
            <a:chExt cx="990281" cy="1665661"/>
          </a:xfrm>
        </p:grpSpPr>
        <p:pic>
          <p:nvPicPr>
            <p:cNvPr id="163" name="图形 162">
              <a:extLst>
                <a:ext uri="{FF2B5EF4-FFF2-40B4-BE49-F238E27FC236}">
                  <a16:creationId xmlns:a16="http://schemas.microsoft.com/office/drawing/2014/main" id="{45E48121-D56A-4A08-8F93-2200CEA133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4318"/>
            <a:stretch/>
          </p:blipFill>
          <p:spPr>
            <a:xfrm>
              <a:off x="8979591" y="2289874"/>
              <a:ext cx="990281" cy="1147543"/>
            </a:xfrm>
            <a:prstGeom prst="rect">
              <a:avLst/>
            </a:prstGeom>
          </p:spPr>
        </p:pic>
        <p:pic>
          <p:nvPicPr>
            <p:cNvPr id="164" name="图形 163">
              <a:extLst>
                <a:ext uri="{FF2B5EF4-FFF2-40B4-BE49-F238E27FC236}">
                  <a16:creationId xmlns:a16="http://schemas.microsoft.com/office/drawing/2014/main" id="{34E531FC-D574-4F8B-9874-18D54B298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68218" y="1771756"/>
              <a:ext cx="762358" cy="766279"/>
            </a:xfrm>
            <a:prstGeom prst="rect">
              <a:avLst/>
            </a:prstGeom>
          </p:spPr>
        </p:pic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F1A8B00C-22AE-4D49-9642-96CFAF79FE5A}"/>
              </a:ext>
            </a:extLst>
          </p:cNvPr>
          <p:cNvGrpSpPr/>
          <p:nvPr/>
        </p:nvGrpSpPr>
        <p:grpSpPr>
          <a:xfrm>
            <a:off x="2040947" y="832220"/>
            <a:ext cx="8389220" cy="5321211"/>
            <a:chOff x="1885910" y="763749"/>
            <a:chExt cx="8389220" cy="5321211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A9CF51E5-6694-48C3-AC87-77D39E9A33B6}"/>
                </a:ext>
              </a:extLst>
            </p:cNvPr>
            <p:cNvGrpSpPr/>
            <p:nvPr/>
          </p:nvGrpSpPr>
          <p:grpSpPr>
            <a:xfrm>
              <a:off x="1885910" y="763749"/>
              <a:ext cx="8389220" cy="4957816"/>
              <a:chOff x="2216321" y="506732"/>
              <a:chExt cx="8389220" cy="49578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40084C55-D423-4975-994B-D78B3917C318}"/>
                      </a:ext>
                    </a:extLst>
                  </p:cNvPr>
                  <p:cNvSpPr txBox="1"/>
                  <p:nvPr/>
                </p:nvSpPr>
                <p:spPr>
                  <a:xfrm>
                    <a:off x="5796802" y="4473748"/>
                    <a:ext cx="13981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40084C55-D423-4975-994B-D78B3917C3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6802" y="4473748"/>
                    <a:ext cx="139813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49D1C0FA-BAD3-414C-A2EE-945ED65574C2}"/>
                      </a:ext>
                    </a:extLst>
                  </p:cNvPr>
                  <p:cNvSpPr txBox="1"/>
                  <p:nvPr/>
                </p:nvSpPr>
                <p:spPr>
                  <a:xfrm>
                    <a:off x="5798699" y="1156257"/>
                    <a:ext cx="14962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49D1C0FA-BAD3-414C-A2EE-945ED65574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8699" y="1156257"/>
                    <a:ext cx="1496258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1DFC64AC-009F-428B-A9AD-786FEDD7D9ED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510857"/>
                    <a:ext cx="1374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0.08</a:t>
                    </a:r>
                    <a:endParaRPr lang="zh-CN" altLang="en-US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1DFC64AC-009F-428B-A9AD-786FEDD7D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510857"/>
                    <a:ext cx="1374972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39AB940F-24BD-447D-843C-CE3AFB00D635}"/>
                  </a:ext>
                </a:extLst>
              </p:cNvPr>
              <p:cNvGrpSpPr/>
              <p:nvPr/>
            </p:nvGrpSpPr>
            <p:grpSpPr>
              <a:xfrm>
                <a:off x="2216321" y="506732"/>
                <a:ext cx="8389220" cy="4957816"/>
                <a:chOff x="2216321" y="506732"/>
                <a:chExt cx="8389220" cy="4957816"/>
              </a:xfrm>
            </p:grpSpPr>
            <p:cxnSp>
              <p:nvCxnSpPr>
                <p:cNvPr id="122" name="直接箭头连接符 121">
                  <a:extLst>
                    <a:ext uri="{FF2B5EF4-FFF2-40B4-BE49-F238E27FC236}">
                      <a16:creationId xmlns:a16="http://schemas.microsoft.com/office/drawing/2014/main" id="{7A8DBC16-49E3-435A-85B0-F88FA6E089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622497"/>
                  <a:ext cx="2489" cy="720000"/>
                </a:xfrm>
                <a:prstGeom prst="straightConnector1">
                  <a:avLst/>
                </a:prstGeom>
                <a:ln w="571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7E347C5-CA32-478D-A756-C9CF42A52084}"/>
                    </a:ext>
                  </a:extLst>
                </p:cNvPr>
                <p:cNvSpPr txBox="1"/>
                <p:nvPr/>
              </p:nvSpPr>
              <p:spPr>
                <a:xfrm>
                  <a:off x="2306162" y="2786041"/>
                  <a:ext cx="79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0.15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4" name="组合 123">
                  <a:extLst>
                    <a:ext uri="{FF2B5EF4-FFF2-40B4-BE49-F238E27FC236}">
                      <a16:creationId xmlns:a16="http://schemas.microsoft.com/office/drawing/2014/main" id="{CA4E3E7A-5D0E-43D1-B802-ABCA2FF73128}"/>
                    </a:ext>
                  </a:extLst>
                </p:cNvPr>
                <p:cNvGrpSpPr/>
                <p:nvPr/>
              </p:nvGrpSpPr>
              <p:grpSpPr>
                <a:xfrm>
                  <a:off x="2216321" y="506732"/>
                  <a:ext cx="8389220" cy="4957816"/>
                  <a:chOff x="1828547" y="383515"/>
                  <a:chExt cx="8389220" cy="4957816"/>
                </a:xfrm>
              </p:grpSpPr>
              <p:cxnSp>
                <p:nvCxnSpPr>
                  <p:cNvPr id="125" name="直接箭头连接符 124">
                    <a:extLst>
                      <a:ext uri="{FF2B5EF4-FFF2-40B4-BE49-F238E27FC236}">
                        <a16:creationId xmlns:a16="http://schemas.microsoft.com/office/drawing/2014/main" id="{630FF639-3A9A-428D-9FA7-9018DCA8B2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208" y="2080334"/>
                    <a:ext cx="1440000" cy="1620000"/>
                  </a:xfrm>
                  <a:prstGeom prst="straightConnector1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箭头连接符 125">
                    <a:extLst>
                      <a:ext uri="{FF2B5EF4-FFF2-40B4-BE49-F238E27FC236}">
                        <a16:creationId xmlns:a16="http://schemas.microsoft.com/office/drawing/2014/main" id="{7838DEBC-BBDC-4E28-AE72-556962EC24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61761" y="3895227"/>
                    <a:ext cx="1440000" cy="4802"/>
                  </a:xfrm>
                  <a:prstGeom prst="straightConnector1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直接箭头连接符 126">
                    <a:extLst>
                      <a:ext uri="{FF2B5EF4-FFF2-40B4-BE49-F238E27FC236}">
                        <a16:creationId xmlns:a16="http://schemas.microsoft.com/office/drawing/2014/main" id="{536C322A-EEB4-44BF-96B8-2C938EA41D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79419" y="1924533"/>
                    <a:ext cx="1440000" cy="3576"/>
                  </a:xfrm>
                  <a:prstGeom prst="straightConnector1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直接箭头连接符 127">
                    <a:extLst>
                      <a:ext uri="{FF2B5EF4-FFF2-40B4-BE49-F238E27FC236}">
                        <a16:creationId xmlns:a16="http://schemas.microsoft.com/office/drawing/2014/main" id="{FB54432F-DC4F-4872-8D02-08B5676673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65569" y="1886433"/>
                    <a:ext cx="1416921" cy="925642"/>
                  </a:xfrm>
                  <a:prstGeom prst="straightConnector1">
                    <a:avLst/>
                  </a:prstGeom>
                  <a:ln w="57150" cap="rnd">
                    <a:solidFill>
                      <a:srgbClr val="C44E52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直接箭头连接符 128">
                    <a:extLst>
                      <a:ext uri="{FF2B5EF4-FFF2-40B4-BE49-F238E27FC236}">
                        <a16:creationId xmlns:a16="http://schemas.microsoft.com/office/drawing/2014/main" id="{052F32D5-34E5-4C06-99E8-0B4DB1E19D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68993" y="2947673"/>
                    <a:ext cx="1440000" cy="900000"/>
                  </a:xfrm>
                  <a:prstGeom prst="straightConnector1">
                    <a:avLst/>
                  </a:prstGeom>
                  <a:ln w="57150" cap="rnd">
                    <a:solidFill>
                      <a:srgbClr val="C44E52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4DBEA30-2C21-4B08-ABE7-4094E150B010}"/>
                      </a:ext>
                    </a:extLst>
                  </p:cNvPr>
                  <p:cNvSpPr txBox="1"/>
                  <p:nvPr/>
                </p:nvSpPr>
                <p:spPr>
                  <a:xfrm rot="1877931">
                    <a:off x="7746751" y="1997077"/>
                    <a:ext cx="756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0.13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4ABCB656-BA26-443A-B29D-0B9B19277E8C}"/>
                      </a:ext>
                    </a:extLst>
                  </p:cNvPr>
                  <p:cNvSpPr txBox="1"/>
                  <p:nvPr/>
                </p:nvSpPr>
                <p:spPr>
                  <a:xfrm rot="19829987">
                    <a:off x="7581577" y="3105165"/>
                    <a:ext cx="7607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0.14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3872E230-B526-46CF-87AE-58C3C217E893}"/>
                      </a:ext>
                    </a:extLst>
                  </p:cNvPr>
                  <p:cNvSpPr txBox="1"/>
                  <p:nvPr/>
                </p:nvSpPr>
                <p:spPr>
                  <a:xfrm>
                    <a:off x="3493786" y="1578618"/>
                    <a:ext cx="86158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-0.01</a:t>
                    </a:r>
                    <a:endParaRPr lang="zh-CN" altLang="en-US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3" name="文本框 132">
                    <a:extLst>
                      <a:ext uri="{FF2B5EF4-FFF2-40B4-BE49-F238E27FC236}">
                        <a16:creationId xmlns:a16="http://schemas.microsoft.com/office/drawing/2014/main" id="{6AF9D552-30CD-4BFD-A275-610626CCC0EC}"/>
                      </a:ext>
                    </a:extLst>
                  </p:cNvPr>
                  <p:cNvSpPr txBox="1"/>
                  <p:nvPr/>
                </p:nvSpPr>
                <p:spPr>
                  <a:xfrm rot="18858679">
                    <a:off x="3481103" y="2584748"/>
                    <a:ext cx="79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0.02</a:t>
                    </a:r>
                    <a:endParaRPr lang="zh-CN" altLang="en-US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34" name="直接连接符 133">
                    <a:extLst>
                      <a:ext uri="{FF2B5EF4-FFF2-40B4-BE49-F238E27FC236}">
                        <a16:creationId xmlns:a16="http://schemas.microsoft.com/office/drawing/2014/main" id="{2E5E1CA6-8EE0-454B-B87B-CDC73ABE98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64774" y="747675"/>
                    <a:ext cx="8352000" cy="3619"/>
                  </a:xfrm>
                  <a:prstGeom prst="line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箭头连接符 138">
                    <a:extLst>
                      <a:ext uri="{FF2B5EF4-FFF2-40B4-BE49-F238E27FC236}">
                        <a16:creationId xmlns:a16="http://schemas.microsoft.com/office/drawing/2014/main" id="{F73B8DEE-79DE-43EC-908F-95039FD42F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199263" y="752450"/>
                    <a:ext cx="18504" cy="1512000"/>
                  </a:xfrm>
                  <a:prstGeom prst="straightConnector1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>
                    <a:extLst>
                      <a:ext uri="{FF2B5EF4-FFF2-40B4-BE49-F238E27FC236}">
                        <a16:creationId xmlns:a16="http://schemas.microsoft.com/office/drawing/2014/main" id="{3C6135EC-D475-47A6-8EEE-DB6977C840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28547" y="4992148"/>
                    <a:ext cx="8316000" cy="15828"/>
                  </a:xfrm>
                  <a:prstGeom prst="line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箭头连接符 148">
                    <a:extLst>
                      <a:ext uri="{FF2B5EF4-FFF2-40B4-BE49-F238E27FC236}">
                        <a16:creationId xmlns:a16="http://schemas.microsoft.com/office/drawing/2014/main" id="{8C29A9C1-D738-4592-802C-E2688AB4CF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92184" y="3423702"/>
                    <a:ext cx="14159" cy="1584000"/>
                  </a:xfrm>
                  <a:prstGeom prst="straightConnector1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接连接符 156">
                    <a:extLst>
                      <a:ext uri="{FF2B5EF4-FFF2-40B4-BE49-F238E27FC236}">
                        <a16:creationId xmlns:a16="http://schemas.microsoft.com/office/drawing/2014/main" id="{ECD19060-081F-4A99-AA3A-5762F15378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34098" y="4411329"/>
                    <a:ext cx="0" cy="576000"/>
                  </a:xfrm>
                  <a:prstGeom prst="line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文本框 157">
                    <a:extLst>
                      <a:ext uri="{FF2B5EF4-FFF2-40B4-BE49-F238E27FC236}">
                        <a16:creationId xmlns:a16="http://schemas.microsoft.com/office/drawing/2014/main" id="{55B9A3FC-027F-44A4-9178-49160F087A5F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4971999"/>
                    <a:ext cx="8631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-0.05</a:t>
                    </a:r>
                    <a:endParaRPr lang="zh-CN" altLang="en-US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9" name="文本框 158">
                    <a:extLst>
                      <a:ext uri="{FF2B5EF4-FFF2-40B4-BE49-F238E27FC236}">
                        <a16:creationId xmlns:a16="http://schemas.microsoft.com/office/drawing/2014/main" id="{794D0B32-E207-4D84-B271-1370CA0A4377}"/>
                      </a:ext>
                    </a:extLst>
                  </p:cNvPr>
                  <p:cNvSpPr txBox="1"/>
                  <p:nvPr/>
                </p:nvSpPr>
                <p:spPr>
                  <a:xfrm>
                    <a:off x="5632703" y="383515"/>
                    <a:ext cx="8631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-0.09</a:t>
                    </a:r>
                    <a:endParaRPr lang="zh-CN" altLang="en-US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2832D285-C3B0-42D8-B2EF-2305710C92F0}"/>
                      </a:ext>
                    </a:extLst>
                  </p:cNvPr>
                  <p:cNvSpPr txBox="1"/>
                  <p:nvPr/>
                </p:nvSpPr>
                <p:spPr>
                  <a:xfrm>
                    <a:off x="6108094" y="2654616"/>
                    <a:ext cx="75669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0.30</a:t>
                    </a:r>
                    <a:endParaRPr lang="zh-CN" altLang="en-US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72" name="直接连接符 171">
                    <a:extLst>
                      <a:ext uri="{FF2B5EF4-FFF2-40B4-BE49-F238E27FC236}">
                        <a16:creationId xmlns:a16="http://schemas.microsoft.com/office/drawing/2014/main" id="{6014D344-C26A-43AF-B335-465F26D277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5267" y="749270"/>
                    <a:ext cx="0" cy="576000"/>
                  </a:xfrm>
                  <a:prstGeom prst="line">
                    <a:avLst/>
                  </a:prstGeom>
                  <a:ln w="28575" cap="rnd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文本框 172">
                    <a:extLst>
                      <a:ext uri="{FF2B5EF4-FFF2-40B4-BE49-F238E27FC236}">
                        <a16:creationId xmlns:a16="http://schemas.microsoft.com/office/drawing/2014/main" id="{56C55CEF-7B84-4891-A3B3-02448800E5C8}"/>
                      </a:ext>
                    </a:extLst>
                  </p:cNvPr>
                  <p:cNvSpPr txBox="1"/>
                  <p:nvPr/>
                </p:nvSpPr>
                <p:spPr>
                  <a:xfrm>
                    <a:off x="3544510" y="3559274"/>
                    <a:ext cx="79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0.06</a:t>
                    </a:r>
                    <a:endParaRPr lang="zh-CN" altLang="en-US" dirty="0">
                      <a:solidFill>
                        <a:schemeClr val="bg1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D88B854C-07DB-4798-8FEE-D310BAC7CF86}"/>
                </a:ext>
              </a:extLst>
            </p:cNvPr>
            <p:cNvSpPr txBox="1"/>
            <p:nvPr/>
          </p:nvSpPr>
          <p:spPr>
            <a:xfrm>
              <a:off x="3086818" y="5715628"/>
              <a:ext cx="608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1.883, P = 0.390, AIC = 10734.053</a:t>
              </a:r>
            </a:p>
          </p:txBody>
        </p:sp>
      </p:grp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44C00DE3-6FFA-4696-89F0-FD032956A071}"/>
              </a:ext>
            </a:extLst>
          </p:cNvPr>
          <p:cNvCxnSpPr>
            <a:cxnSpLocks/>
          </p:cNvCxnSpPr>
          <p:nvPr/>
        </p:nvCxnSpPr>
        <p:spPr>
          <a:xfrm flipH="1">
            <a:off x="6283855" y="2954294"/>
            <a:ext cx="2489" cy="720000"/>
          </a:xfrm>
          <a:prstGeom prst="straightConnector1">
            <a:avLst/>
          </a:prstGeom>
          <a:ln w="57150">
            <a:solidFill>
              <a:srgbClr val="C44E5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3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306861" y="-2606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8D187F-728C-4499-B866-60A8B54E223F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1317586" y="-2586"/>
            <a:chExt cx="5164096" cy="8227159"/>
          </a:xfrm>
        </p:grpSpPr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849510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800" y="640212"/>
              <a:ext cx="2489" cy="792000"/>
            </a:xfrm>
            <a:prstGeom prst="straightConnector1">
              <a:avLst/>
            </a:prstGeom>
            <a:ln w="317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562221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-0.06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2106751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516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767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2504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形 183">
              <a:extLst>
                <a:ext uri="{FF2B5EF4-FFF2-40B4-BE49-F238E27FC236}">
                  <a16:creationId xmlns:a16="http://schemas.microsoft.com/office/drawing/2014/main" id="{95D4AEEC-99A2-4ECF-B846-0E6DF45B6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43510" y="3006212"/>
              <a:ext cx="266485" cy="262870"/>
            </a:xfrm>
            <a:prstGeom prst="rect">
              <a:avLst/>
            </a:prstGeom>
          </p:spPr>
        </p:pic>
        <p:pic>
          <p:nvPicPr>
            <p:cNvPr id="186" name="图形 185" descr="无茎花朵">
              <a:extLst>
                <a:ext uri="{FF2B5EF4-FFF2-40B4-BE49-F238E27FC236}">
                  <a16:creationId xmlns:a16="http://schemas.microsoft.com/office/drawing/2014/main" id="{E158A0A3-BF8C-4510-B53F-315D3C3B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4426" y="3342441"/>
              <a:ext cx="383924" cy="376776"/>
            </a:xfrm>
            <a:prstGeom prst="rect">
              <a:avLst/>
            </a:prstGeom>
          </p:spPr>
        </p:pic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19076" y="3553516"/>
              <a:ext cx="0" cy="792000"/>
            </a:xfrm>
            <a:prstGeom prst="straightConnector1">
              <a:avLst/>
            </a:prstGeom>
            <a:ln w="317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592993" y="3571436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Rounded Rectangle 6">
              <a:extLst>
                <a:ext uri="{FF2B5EF4-FFF2-40B4-BE49-F238E27FC236}">
                  <a16:creationId xmlns:a16="http://schemas.microsoft.com/office/drawing/2014/main" id="{B8DC837F-8B3A-473C-B5DD-3A827B7B1F22}"/>
                </a:ext>
              </a:extLst>
            </p:cNvPr>
            <p:cNvSpPr/>
            <p:nvPr/>
          </p:nvSpPr>
          <p:spPr>
            <a:xfrm>
              <a:off x="4328004" y="2172"/>
              <a:ext cx="1604833" cy="1908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F5A15F-6E63-4508-82B7-466BB0BABE73}"/>
                </a:ext>
              </a:extLst>
            </p:cNvPr>
            <p:cNvSpPr txBox="1"/>
            <p:nvPr/>
          </p:nvSpPr>
          <p:spPr>
            <a:xfrm>
              <a:off x="4268562" y="849492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5F630977-EECA-4827-9C36-1A2D26B88426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22" y="467875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DD74EFC-9CEF-47E1-AA72-0CB51635211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623" y="42257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0DE5BD26-881A-4AA1-B64D-A4111CF98DE7}"/>
                </a:ext>
              </a:extLst>
            </p:cNvPr>
            <p:cNvCxnSpPr>
              <a:cxnSpLocks/>
            </p:cNvCxnSpPr>
            <p:nvPr/>
          </p:nvCxnSpPr>
          <p:spPr>
            <a:xfrm>
              <a:off x="5281584" y="79619"/>
              <a:ext cx="0" cy="360000"/>
            </a:xfrm>
            <a:prstGeom prst="straightConnector1">
              <a:avLst/>
            </a:prstGeom>
            <a:ln w="19050">
              <a:solidFill>
                <a:srgbClr val="BFA75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7" name="图形 276" descr="三叶草">
              <a:extLst>
                <a:ext uri="{FF2B5EF4-FFF2-40B4-BE49-F238E27FC236}">
                  <a16:creationId xmlns:a16="http://schemas.microsoft.com/office/drawing/2014/main" id="{F1D55F40-83AE-408E-8E8A-C16A1E6545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 rot="21247962">
              <a:off x="4699430" y="237437"/>
              <a:ext cx="271444" cy="792926"/>
            </a:xfrm>
            <a:prstGeom prst="rect">
              <a:avLst/>
            </a:prstGeom>
          </p:spPr>
        </p:pic>
        <p:pic>
          <p:nvPicPr>
            <p:cNvPr id="278" name="图形 277" descr="鲜花">
              <a:extLst>
                <a:ext uri="{FF2B5EF4-FFF2-40B4-BE49-F238E27FC236}">
                  <a16:creationId xmlns:a16="http://schemas.microsoft.com/office/drawing/2014/main" id="{4F6C0C81-2D0E-49AD-9774-87A9A71755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57338"/>
            <a:stretch/>
          </p:blipFill>
          <p:spPr>
            <a:xfrm>
              <a:off x="4788537" y="332521"/>
              <a:ext cx="231592" cy="98802"/>
            </a:xfrm>
            <a:prstGeom prst="rect">
              <a:avLst/>
            </a:prstGeom>
          </p:spPr>
        </p:pic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6B53EC68-D798-4D33-8F62-DA79362FEC63}"/>
                </a:ext>
              </a:extLst>
            </p:cNvPr>
            <p:cNvGrpSpPr/>
            <p:nvPr/>
          </p:nvGrpSpPr>
          <p:grpSpPr>
            <a:xfrm rot="20484830">
              <a:off x="4962107" y="438766"/>
              <a:ext cx="366676" cy="492375"/>
              <a:chOff x="1186757" y="4070120"/>
              <a:chExt cx="463903" cy="622933"/>
            </a:xfrm>
          </p:grpSpPr>
          <p:pic>
            <p:nvPicPr>
              <p:cNvPr id="280" name="图形 279" descr="三叶草">
                <a:extLst>
                  <a:ext uri="{FF2B5EF4-FFF2-40B4-BE49-F238E27FC236}">
                    <a16:creationId xmlns:a16="http://schemas.microsoft.com/office/drawing/2014/main" id="{B9FE89ED-E0B1-4494-9440-A89C1BE0B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1" name="图形 280" descr="无茎花朵">
                <a:extLst>
                  <a:ext uri="{FF2B5EF4-FFF2-40B4-BE49-F238E27FC236}">
                    <a16:creationId xmlns:a16="http://schemas.microsoft.com/office/drawing/2014/main" id="{183D1E20-39F9-4745-A39F-347559A1D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86279D6E-6A00-4A9F-990D-E5066766CAA3}"/>
                </a:ext>
              </a:extLst>
            </p:cNvPr>
            <p:cNvGrpSpPr/>
            <p:nvPr/>
          </p:nvGrpSpPr>
          <p:grpSpPr>
            <a:xfrm rot="20699580">
              <a:off x="5170439" y="446058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283" name="图形 282" descr="三叶草">
                <a:extLst>
                  <a:ext uri="{FF2B5EF4-FFF2-40B4-BE49-F238E27FC236}">
                    <a16:creationId xmlns:a16="http://schemas.microsoft.com/office/drawing/2014/main" id="{C0AAC43F-E5EC-4FFA-9546-C16AA9A4FA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4" name="图形 283" descr="无茎花朵">
                <a:extLst>
                  <a:ext uri="{FF2B5EF4-FFF2-40B4-BE49-F238E27FC236}">
                    <a16:creationId xmlns:a16="http://schemas.microsoft.com/office/drawing/2014/main" id="{E2E80FD6-9F9E-4969-BA87-BE06705CE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285" name="图形 284" descr="盆花">
              <a:extLst>
                <a:ext uri="{FF2B5EF4-FFF2-40B4-BE49-F238E27FC236}">
                  <a16:creationId xmlns:a16="http://schemas.microsoft.com/office/drawing/2014/main" id="{EEA023D9-0A79-4E19-BFC2-E465092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816" t="53728" r="21971" b="37594"/>
            <a:stretch/>
          </p:blipFill>
          <p:spPr>
            <a:xfrm>
              <a:off x="4667759" y="793928"/>
              <a:ext cx="969509" cy="114998"/>
            </a:xfrm>
            <a:prstGeom prst="rect">
              <a:avLst/>
            </a:prstGeom>
          </p:spPr>
        </p:pic>
        <p:pic>
          <p:nvPicPr>
            <p:cNvPr id="286" name="图形 285">
              <a:extLst>
                <a:ext uri="{FF2B5EF4-FFF2-40B4-BE49-F238E27FC236}">
                  <a16:creationId xmlns:a16="http://schemas.microsoft.com/office/drawing/2014/main" id="{273684DD-5733-4B72-9E7A-D273AC30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6135" y="52855"/>
              <a:ext cx="249879" cy="251165"/>
            </a:xfrm>
            <a:prstGeom prst="rect">
              <a:avLst/>
            </a:prstGeom>
          </p:spPr>
        </p:pic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768631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A0E2A8A-DAE5-4771-BC78-482310E6F893}"/>
                </a:ext>
              </a:extLst>
            </p:cNvPr>
            <p:cNvGrpSpPr/>
            <p:nvPr/>
          </p:nvGrpSpPr>
          <p:grpSpPr>
            <a:xfrm>
              <a:off x="3052720" y="5905317"/>
              <a:ext cx="1794615" cy="1908000"/>
              <a:chOff x="2666010" y="4596240"/>
              <a:chExt cx="1794615" cy="1908000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320664" y="4681413"/>
                <a:ext cx="343826" cy="986447"/>
                <a:chOff x="992031" y="4951613"/>
                <a:chExt cx="348796" cy="100070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5" name="图形 224">
                  <a:extLst>
                    <a:ext uri="{FF2B5EF4-FFF2-40B4-BE49-F238E27FC236}">
                      <a16:creationId xmlns:a16="http://schemas.microsoft.com/office/drawing/2014/main" id="{618D7108-EF69-4CD6-AA25-8D4D58DF1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158166" y="4777955"/>
                <a:ext cx="285089" cy="817927"/>
                <a:chOff x="992031" y="4951613"/>
                <a:chExt cx="348796" cy="100070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9" name="图形 218">
                  <a:extLst>
                    <a:ext uri="{FF2B5EF4-FFF2-40B4-BE49-F238E27FC236}">
                      <a16:creationId xmlns:a16="http://schemas.microsoft.com/office/drawing/2014/main" id="{320C7B9B-4388-4273-9AF3-2AC3AA8A1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35198" y="4732880"/>
                <a:ext cx="307916" cy="883419"/>
                <a:chOff x="992031" y="4951613"/>
                <a:chExt cx="348796" cy="100070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6" name="图形 215">
                  <a:extLst>
                    <a:ext uri="{FF2B5EF4-FFF2-40B4-BE49-F238E27FC236}">
                      <a16:creationId xmlns:a16="http://schemas.microsoft.com/office/drawing/2014/main" id="{E9873317-3F17-4CFD-A99F-0B300B401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3087026" y="5415634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66010" y="4596240"/>
                <a:ext cx="1794615" cy="1908000"/>
                <a:chOff x="2673608" y="462439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46512" y="462439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73608" y="5491245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F83F0D4-851C-459C-A101-C2799A9CACAA}"/>
                </a:ext>
              </a:extLst>
            </p:cNvPr>
            <p:cNvGrpSpPr/>
            <p:nvPr/>
          </p:nvGrpSpPr>
          <p:grpSpPr>
            <a:xfrm>
              <a:off x="1808091" y="-2586"/>
              <a:ext cx="1794615" cy="1908000"/>
              <a:chOff x="1869455" y="-4325"/>
              <a:chExt cx="1794615" cy="1908000"/>
            </a:xfrm>
          </p:grpSpPr>
          <p:sp>
            <p:nvSpPr>
              <p:cNvPr id="114" name="Rounded Rectangle 6">
                <a:extLst>
                  <a:ext uri="{FF2B5EF4-FFF2-40B4-BE49-F238E27FC236}">
                    <a16:creationId xmlns:a16="http://schemas.microsoft.com/office/drawing/2014/main" id="{CBF1B6D7-DC1A-4810-8BE8-E463085DF842}"/>
                  </a:ext>
                </a:extLst>
              </p:cNvPr>
              <p:cNvSpPr/>
              <p:nvPr/>
            </p:nvSpPr>
            <p:spPr>
              <a:xfrm>
                <a:off x="1914865" y="-4325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41DE2D7-23E7-4D48-B962-4AFB436BE6A8}"/>
                  </a:ext>
                </a:extLst>
              </p:cNvPr>
              <p:cNvSpPr txBox="1"/>
              <p:nvPr/>
            </p:nvSpPr>
            <p:spPr>
              <a:xfrm>
                <a:off x="1869455" y="84319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B6E008F0-677A-462E-966F-0B3020C73C5D}"/>
                  </a:ext>
                </a:extLst>
              </p:cNvPr>
              <p:cNvGrpSpPr/>
              <p:nvPr/>
            </p:nvGrpSpPr>
            <p:grpSpPr>
              <a:xfrm rot="5400000">
                <a:off x="2434220" y="-89052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EEEA72B3-E777-4D13-AB95-547AD6B15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25FE04F-5D65-4C40-81B8-16E1538FC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93B326DC-18E8-4C5D-B984-B0126EB91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3F6C04E1-CEE8-4A19-9CA5-914957A33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35E0DA0-DEEC-4F92-B4E0-A2DC2B7D1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67F570B-059D-4A76-933B-334718D3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1837C97-419C-4219-8342-E082BDC31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C58F51C6-FDB1-491A-9C26-51FB0F74D2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11591" y="370576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1" name="图形 110" descr="无茎花朵">
                <a:extLst>
                  <a:ext uri="{FF2B5EF4-FFF2-40B4-BE49-F238E27FC236}">
                    <a16:creationId xmlns:a16="http://schemas.microsoft.com/office/drawing/2014/main" id="{7FA67309-19DB-4643-A93C-0CACC5590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2933872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2" name="图形 111" descr="无茎花朵">
                <a:extLst>
                  <a:ext uri="{FF2B5EF4-FFF2-40B4-BE49-F238E27FC236}">
                    <a16:creationId xmlns:a16="http://schemas.microsoft.com/office/drawing/2014/main" id="{D78100D9-76A3-4CD2-B9E9-3F2051884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524889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40" name="图形 339">
                <a:extLst>
                  <a:ext uri="{FF2B5EF4-FFF2-40B4-BE49-F238E27FC236}">
                    <a16:creationId xmlns:a16="http://schemas.microsoft.com/office/drawing/2014/main" id="{9579CC2B-2677-4F8A-B668-5D441235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11259" y="625202"/>
                <a:ext cx="249879" cy="251165"/>
              </a:xfrm>
              <a:prstGeom prst="rect">
                <a:avLst/>
              </a:prstGeom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43BEA849-9D31-4D3E-8ACE-A819D28ABEF8}"/>
                </a:ext>
              </a:extLst>
            </p:cNvPr>
            <p:cNvGrpSpPr/>
            <p:nvPr/>
          </p:nvGrpSpPr>
          <p:grpSpPr>
            <a:xfrm>
              <a:off x="4303651" y="2867988"/>
              <a:ext cx="1764000" cy="1952872"/>
              <a:chOff x="4023707" y="2901877"/>
              <a:chExt cx="1764000" cy="1952872"/>
            </a:xfrm>
          </p:grpSpPr>
          <p:sp>
            <p:nvSpPr>
              <p:cNvPr id="320" name="Rounded Rectangle 6">
                <a:extLst>
                  <a:ext uri="{FF2B5EF4-FFF2-40B4-BE49-F238E27FC236}">
                    <a16:creationId xmlns:a16="http://schemas.microsoft.com/office/drawing/2014/main" id="{9008B025-7196-457D-80FA-D26D7FBF6DE2}"/>
                  </a:ext>
                </a:extLst>
              </p:cNvPr>
              <p:cNvSpPr/>
              <p:nvPr/>
            </p:nvSpPr>
            <p:spPr>
              <a:xfrm>
                <a:off x="4104144" y="2946749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313072C-05A3-4326-9CF0-CC8D67FED459}"/>
                  </a:ext>
                </a:extLst>
              </p:cNvPr>
              <p:cNvGrpSpPr/>
              <p:nvPr/>
            </p:nvGrpSpPr>
            <p:grpSpPr>
              <a:xfrm>
                <a:off x="4670666" y="3024780"/>
                <a:ext cx="488265" cy="412025"/>
                <a:chOff x="6337606" y="3882161"/>
                <a:chExt cx="449433" cy="379256"/>
              </a:xfrm>
            </p:grpSpPr>
            <p:cxnSp>
              <p:nvCxnSpPr>
                <p:cNvPr id="175" name="直接连接符 174">
                  <a:extLst>
                    <a:ext uri="{FF2B5EF4-FFF2-40B4-BE49-F238E27FC236}">
                      <a16:creationId xmlns:a16="http://schemas.microsoft.com/office/drawing/2014/main" id="{7BA20E06-4E16-484D-8796-D656F3F83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FA253F19-8A4F-4566-A6AD-1D807B762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21355" y="4261417"/>
                  <a:ext cx="165684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65F2099-DFB4-4A4A-903A-04B77133935D}"/>
                  </a:ext>
                </a:extLst>
              </p:cNvPr>
              <p:cNvSpPr txBox="1"/>
              <p:nvPr/>
            </p:nvSpPr>
            <p:spPr>
              <a:xfrm>
                <a:off x="4023707" y="3771378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RFD</a:t>
                </a:r>
                <a:r>
                  <a:rPr lang="en-US" altLang="zh-CN" baseline="-25000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341" name="图形 340">
                <a:extLst>
                  <a:ext uri="{FF2B5EF4-FFF2-40B4-BE49-F238E27FC236}">
                    <a16:creationId xmlns:a16="http://schemas.microsoft.com/office/drawing/2014/main" id="{A7DF45B6-2911-4EC1-B6FB-443742E98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242" y="2901877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0227" y="1945321"/>
              <a:ext cx="1927716" cy="920029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705399" y="1938774"/>
              <a:ext cx="0" cy="972000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8679" y="1950721"/>
              <a:ext cx="7192" cy="936000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677128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>
              <a:off x="3892417" y="2336974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5146900" y="2206158"/>
              <a:ext cx="902359" cy="369332"/>
            </a:xfrm>
            <a:prstGeom prst="rect">
              <a:avLst/>
            </a:prstGeom>
            <a:noFill/>
            <a:ln w="317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-0.07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830181" y="4851950"/>
              <a:ext cx="1096755" cy="985855"/>
            </a:xfrm>
            <a:prstGeom prst="straightConnector1">
              <a:avLst/>
            </a:prstGeom>
            <a:ln w="444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490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701961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626657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670301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571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571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571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5220218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-0.22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794305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614786" y="6563492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-0.35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/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0.26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r="-476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0.42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0.16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2239167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0.691,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0.708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636D731-DE88-4752-9BE8-2882C5CB0EA4}"/>
              </a:ext>
            </a:extLst>
          </p:cNvPr>
          <p:cNvGrpSpPr/>
          <p:nvPr/>
        </p:nvGrpSpPr>
        <p:grpSpPr>
          <a:xfrm>
            <a:off x="6861279" y="6444"/>
            <a:ext cx="5116479" cy="8251725"/>
            <a:chOff x="6861279" y="229735"/>
            <a:chExt cx="5116479" cy="8251725"/>
          </a:xfrm>
        </p:grpSpPr>
        <p:sp>
          <p:nvSpPr>
            <p:cNvPr id="519" name="Rounded Rectangle 6">
              <a:extLst>
                <a:ext uri="{FF2B5EF4-FFF2-40B4-BE49-F238E27FC236}">
                  <a16:creationId xmlns:a16="http://schemas.microsoft.com/office/drawing/2014/main" id="{A803B9DD-7230-4E2D-A896-392231726CBE}"/>
                </a:ext>
              </a:extLst>
            </p:cNvPr>
            <p:cNvSpPr/>
            <p:nvPr/>
          </p:nvSpPr>
          <p:spPr>
            <a:xfrm>
              <a:off x="7392573" y="229735"/>
              <a:ext cx="1604833" cy="1908000"/>
            </a:xfrm>
            <a:prstGeom prst="roundRect">
              <a:avLst/>
            </a:prstGeom>
            <a:solidFill>
              <a:srgbClr val="55A868">
                <a:alpha val="5098"/>
              </a:srgbClr>
            </a:solidFill>
            <a:ln w="9525">
              <a:solidFill>
                <a:srgbClr val="55A86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Rounded Rectangle 6">
              <a:extLst>
                <a:ext uri="{FF2B5EF4-FFF2-40B4-BE49-F238E27FC236}">
                  <a16:creationId xmlns:a16="http://schemas.microsoft.com/office/drawing/2014/main" id="{C5A589D9-B7A4-4F9D-9B5A-757669BD376A}"/>
                </a:ext>
              </a:extLst>
            </p:cNvPr>
            <p:cNvSpPr/>
            <p:nvPr/>
          </p:nvSpPr>
          <p:spPr>
            <a:xfrm>
              <a:off x="7371164" y="317603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21" name="直接箭头连接符 520">
              <a:extLst>
                <a:ext uri="{FF2B5EF4-FFF2-40B4-BE49-F238E27FC236}">
                  <a16:creationId xmlns:a16="http://schemas.microsoft.com/office/drawing/2014/main" id="{F46359C9-DFD7-44B5-88F1-34F27DEB35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7699" y="1275625"/>
              <a:ext cx="792000" cy="2296"/>
            </a:xfrm>
            <a:prstGeom prst="straightConnector1">
              <a:avLst/>
            </a:prstGeom>
            <a:ln w="571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" name="文本框 521">
              <a:extLst>
                <a:ext uri="{FF2B5EF4-FFF2-40B4-BE49-F238E27FC236}">
                  <a16:creationId xmlns:a16="http://schemas.microsoft.com/office/drawing/2014/main" id="{BB344C9F-29BC-4BF9-9C23-D47E30C4D6F6}"/>
                </a:ext>
              </a:extLst>
            </p:cNvPr>
            <p:cNvSpPr txBox="1"/>
            <p:nvPr/>
          </p:nvSpPr>
          <p:spPr>
            <a:xfrm>
              <a:off x="9083875" y="859497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0.15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文本框 522">
              <a:extLst>
                <a:ext uri="{FF2B5EF4-FFF2-40B4-BE49-F238E27FC236}">
                  <a16:creationId xmlns:a16="http://schemas.microsoft.com/office/drawing/2014/main" id="{03151411-4A16-4CAD-81DA-82D435D1E8E7}"/>
                </a:ext>
              </a:extLst>
            </p:cNvPr>
            <p:cNvSpPr txBox="1"/>
            <p:nvPr/>
          </p:nvSpPr>
          <p:spPr>
            <a:xfrm>
              <a:off x="7347159" y="1098305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Phylogenetic  difference (</a:t>
              </a:r>
              <a:r>
                <a:rPr lang="en-US" altLang="zh-CN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MPD</a:t>
              </a:r>
              <a:r>
                <a:rPr lang="en-US" altLang="zh-CN" baseline="-25000" dirty="0" err="1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55A86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524" name="组合 523">
              <a:extLst>
                <a:ext uri="{FF2B5EF4-FFF2-40B4-BE49-F238E27FC236}">
                  <a16:creationId xmlns:a16="http://schemas.microsoft.com/office/drawing/2014/main" id="{5EE9A01A-F402-4296-9558-BD2DCC891FD8}"/>
                </a:ext>
              </a:extLst>
            </p:cNvPr>
            <p:cNvGrpSpPr/>
            <p:nvPr/>
          </p:nvGrpSpPr>
          <p:grpSpPr>
            <a:xfrm rot="5400000">
              <a:off x="7911928" y="155641"/>
              <a:ext cx="587658" cy="800265"/>
              <a:chOff x="2295465" y="3756769"/>
              <a:chExt cx="695145" cy="800265"/>
            </a:xfrm>
          </p:grpSpPr>
          <p:cxnSp>
            <p:nvCxnSpPr>
              <p:cNvPr id="525" name="直接连接符 524">
                <a:extLst>
                  <a:ext uri="{FF2B5EF4-FFF2-40B4-BE49-F238E27FC236}">
                    <a16:creationId xmlns:a16="http://schemas.microsoft.com/office/drawing/2014/main" id="{4D6967B5-6F31-4CCB-9650-6B64CC9AF1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465" y="4222991"/>
                <a:ext cx="170339" cy="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接连接符 525">
                <a:extLst>
                  <a:ext uri="{FF2B5EF4-FFF2-40B4-BE49-F238E27FC236}">
                    <a16:creationId xmlns:a16="http://schemas.microsoft.com/office/drawing/2014/main" id="{9CB9C000-690D-4292-B6F5-67437BC38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6497" y="3970867"/>
                <a:ext cx="161673" cy="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接连接符 526">
                <a:extLst>
                  <a:ext uri="{FF2B5EF4-FFF2-40B4-BE49-F238E27FC236}">
                    <a16:creationId xmlns:a16="http://schemas.microsoft.com/office/drawing/2014/main" id="{666E265B-0ED0-4F7C-A7FF-0DFEC93FC4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41929" y="3756769"/>
                <a:ext cx="3312" cy="432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ACC86DCB-069E-4A82-9AFF-DF8CC8CC0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44737" y="3764955"/>
                <a:ext cx="317182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AB02D7AF-270B-4D4D-9C10-96263B3F59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46208" y="4184116"/>
                <a:ext cx="317182" cy="4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接连接符 529">
                <a:extLst>
                  <a:ext uri="{FF2B5EF4-FFF2-40B4-BE49-F238E27FC236}">
                    <a16:creationId xmlns:a16="http://schemas.microsoft.com/office/drawing/2014/main" id="{44D9F018-07EE-4CB0-A78C-17FC946952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2306" y="4548751"/>
                <a:ext cx="528304" cy="1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接连接符 530">
                <a:extLst>
                  <a:ext uri="{FF2B5EF4-FFF2-40B4-BE49-F238E27FC236}">
                    <a16:creationId xmlns:a16="http://schemas.microsoft.com/office/drawing/2014/main" id="{57B100A9-9784-4121-AC96-36B98C5CDA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1057" y="3963034"/>
                <a:ext cx="1885" cy="594000"/>
              </a:xfrm>
              <a:prstGeom prst="line">
                <a:avLst/>
              </a:prstGeom>
              <a:ln w="19050">
                <a:solidFill>
                  <a:srgbClr val="55A868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2" name="直接箭头连接符 531">
              <a:extLst>
                <a:ext uri="{FF2B5EF4-FFF2-40B4-BE49-F238E27FC236}">
                  <a16:creationId xmlns:a16="http://schemas.microsoft.com/office/drawing/2014/main" id="{AE25395D-AE01-4BD4-92B8-13C4E8B2C3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89299" y="615269"/>
              <a:ext cx="0" cy="360000"/>
            </a:xfrm>
            <a:prstGeom prst="straightConnector1">
              <a:avLst/>
            </a:prstGeom>
            <a:ln w="19050">
              <a:solidFill>
                <a:srgbClr val="55A868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3" name="图形 532" descr="无茎花朵">
              <a:extLst>
                <a:ext uri="{FF2B5EF4-FFF2-40B4-BE49-F238E27FC236}">
                  <a16:creationId xmlns:a16="http://schemas.microsoft.com/office/drawing/2014/main" id="{B9A0954D-DFF2-45E7-8F70-D62767C3C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8411580" y="817301"/>
              <a:ext cx="360000" cy="360000"/>
            </a:xfrm>
            <a:prstGeom prst="rect">
              <a:avLst/>
            </a:prstGeom>
          </p:spPr>
        </p:pic>
        <p:pic>
          <p:nvPicPr>
            <p:cNvPr id="534" name="图形 533" descr="无茎花朵">
              <a:extLst>
                <a:ext uri="{FF2B5EF4-FFF2-40B4-BE49-F238E27FC236}">
                  <a16:creationId xmlns:a16="http://schemas.microsoft.com/office/drawing/2014/main" id="{8EAC2C97-70E0-4162-82B4-B49107BB1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8002597" y="817301"/>
              <a:ext cx="360000" cy="360000"/>
            </a:xfrm>
            <a:prstGeom prst="rect">
              <a:avLst/>
            </a:prstGeom>
          </p:spPr>
        </p:pic>
        <p:cxnSp>
          <p:nvCxnSpPr>
            <p:cNvPr id="541" name="直接箭头连接符 540">
              <a:extLst>
                <a:ext uri="{FF2B5EF4-FFF2-40B4-BE49-F238E27FC236}">
                  <a16:creationId xmlns:a16="http://schemas.microsoft.com/office/drawing/2014/main" id="{EE1EC84E-37B0-4D7F-B748-B671F34945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30956" y="3829824"/>
              <a:ext cx="0" cy="792000"/>
            </a:xfrm>
            <a:prstGeom prst="straightConnector1">
              <a:avLst/>
            </a:prstGeom>
            <a:ln w="571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2" name="文本框 541">
              <a:extLst>
                <a:ext uri="{FF2B5EF4-FFF2-40B4-BE49-F238E27FC236}">
                  <a16:creationId xmlns:a16="http://schemas.microsoft.com/office/drawing/2014/main" id="{2A851BE0-ED4A-408E-BFCC-ACF2FE20BA86}"/>
                </a:ext>
              </a:extLst>
            </p:cNvPr>
            <p:cNvSpPr txBox="1"/>
            <p:nvPr/>
          </p:nvSpPr>
          <p:spPr>
            <a:xfrm>
              <a:off x="9116076" y="3787263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7338BD-3F6A-49DE-B607-0CA3A097C3D0}"/>
                </a:ext>
              </a:extLst>
            </p:cNvPr>
            <p:cNvGrpSpPr/>
            <p:nvPr/>
          </p:nvGrpSpPr>
          <p:grpSpPr>
            <a:xfrm>
              <a:off x="9790218" y="233035"/>
              <a:ext cx="1794615" cy="1908000"/>
              <a:chOff x="9790218" y="254301"/>
              <a:chExt cx="1794615" cy="1908000"/>
            </a:xfrm>
          </p:grpSpPr>
          <p:grpSp>
            <p:nvGrpSpPr>
              <p:cNvPr id="605" name="组合 604">
                <a:extLst>
                  <a:ext uri="{FF2B5EF4-FFF2-40B4-BE49-F238E27FC236}">
                    <a16:creationId xmlns:a16="http://schemas.microsoft.com/office/drawing/2014/main" id="{91713F79-B29F-4BFB-8ADE-B0C484331690}"/>
                  </a:ext>
                </a:extLst>
              </p:cNvPr>
              <p:cNvGrpSpPr/>
              <p:nvPr/>
            </p:nvGrpSpPr>
            <p:grpSpPr>
              <a:xfrm>
                <a:off x="10201289" y="321270"/>
                <a:ext cx="461626" cy="776458"/>
                <a:chOff x="8979591" y="1771756"/>
                <a:chExt cx="990281" cy="1665661"/>
              </a:xfrm>
            </p:grpSpPr>
            <p:pic>
              <p:nvPicPr>
                <p:cNvPr id="606" name="图形 605">
                  <a:extLst>
                    <a:ext uri="{FF2B5EF4-FFF2-40B4-BE49-F238E27FC236}">
                      <a16:creationId xmlns:a16="http://schemas.microsoft.com/office/drawing/2014/main" id="{8ACC089C-975E-41D6-91C0-0B4483E26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rcRect t="24318"/>
                <a:stretch/>
              </p:blipFill>
              <p:spPr>
                <a:xfrm>
                  <a:off x="8979591" y="2289874"/>
                  <a:ext cx="990281" cy="1147543"/>
                </a:xfrm>
                <a:prstGeom prst="rect">
                  <a:avLst/>
                </a:prstGeom>
              </p:spPr>
            </p:pic>
            <p:pic>
              <p:nvPicPr>
                <p:cNvPr id="607" name="图形 606">
                  <a:extLst>
                    <a:ext uri="{FF2B5EF4-FFF2-40B4-BE49-F238E27FC236}">
                      <a16:creationId xmlns:a16="http://schemas.microsoft.com/office/drawing/2014/main" id="{7BD7C519-8093-41D6-B585-6E934BBC76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68218" y="1771756"/>
                  <a:ext cx="762358" cy="766279"/>
                </a:xfrm>
                <a:prstGeom prst="rect">
                  <a:avLst/>
                </a:prstGeom>
              </p:spPr>
            </p:pic>
          </p:grpSp>
          <p:sp>
            <p:nvSpPr>
              <p:cNvPr id="543" name="Rounded Rectangle 6">
                <a:extLst>
                  <a:ext uri="{FF2B5EF4-FFF2-40B4-BE49-F238E27FC236}">
                    <a16:creationId xmlns:a16="http://schemas.microsoft.com/office/drawing/2014/main" id="{FACD4304-7775-4880-8C06-FF71B4F661FC}"/>
                  </a:ext>
                </a:extLst>
              </p:cNvPr>
              <p:cNvSpPr/>
              <p:nvPr/>
            </p:nvSpPr>
            <p:spPr>
              <a:xfrm>
                <a:off x="9832242" y="254301"/>
                <a:ext cx="1604833" cy="1908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9E2405AD-28C0-405B-AD9A-A31AA884D530}"/>
                  </a:ext>
                </a:extLst>
              </p:cNvPr>
              <p:cNvSpPr txBox="1"/>
              <p:nvPr/>
            </p:nvSpPr>
            <p:spPr>
              <a:xfrm>
                <a:off x="9790218" y="110162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B922255A-538D-45FD-A665-CB1CE1BE4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07460" y="720004"/>
                <a:ext cx="396000" cy="0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C672824D-855D-424C-BF0A-02EAD366C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3861" y="294386"/>
                <a:ext cx="540000" cy="885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DB72633C-2595-4F67-A249-68D253E99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5822" y="331748"/>
                <a:ext cx="0" cy="360000"/>
              </a:xfrm>
              <a:prstGeom prst="straightConnector1">
                <a:avLst/>
              </a:prstGeom>
              <a:ln w="19050">
                <a:solidFill>
                  <a:srgbClr val="BFA75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0" name="组合 549">
                <a:extLst>
                  <a:ext uri="{FF2B5EF4-FFF2-40B4-BE49-F238E27FC236}">
                    <a16:creationId xmlns:a16="http://schemas.microsoft.com/office/drawing/2014/main" id="{75D7ACD6-CB5C-418C-9828-7A11B8076CD2}"/>
                  </a:ext>
                </a:extLst>
              </p:cNvPr>
              <p:cNvGrpSpPr/>
              <p:nvPr/>
            </p:nvGrpSpPr>
            <p:grpSpPr>
              <a:xfrm rot="20484830">
                <a:off x="10466345" y="690895"/>
                <a:ext cx="366676" cy="492375"/>
                <a:chOff x="1186757" y="4070120"/>
                <a:chExt cx="463903" cy="622933"/>
              </a:xfrm>
            </p:grpSpPr>
            <p:pic>
              <p:nvPicPr>
                <p:cNvPr id="551" name="图形 550" descr="三叶草">
                  <a:extLst>
                    <a:ext uri="{FF2B5EF4-FFF2-40B4-BE49-F238E27FC236}">
                      <a16:creationId xmlns:a16="http://schemas.microsoft.com/office/drawing/2014/main" id="{D12EA2A1-6CB7-47CB-BDED-BBBE7BCD4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2" name="图形 551" descr="无茎花朵">
                  <a:extLst>
                    <a:ext uri="{FF2B5EF4-FFF2-40B4-BE49-F238E27FC236}">
                      <a16:creationId xmlns:a16="http://schemas.microsoft.com/office/drawing/2014/main" id="{B9C79424-C987-478D-9747-907F8B9F2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3171" y="4070120"/>
                  <a:ext cx="377489" cy="377489"/>
                </a:xfrm>
                <a:prstGeom prst="rect">
                  <a:avLst/>
                </a:prstGeom>
              </p:spPr>
            </p:pic>
          </p:grpSp>
          <p:grpSp>
            <p:nvGrpSpPr>
              <p:cNvPr id="553" name="组合 552">
                <a:extLst>
                  <a:ext uri="{FF2B5EF4-FFF2-40B4-BE49-F238E27FC236}">
                    <a16:creationId xmlns:a16="http://schemas.microsoft.com/office/drawing/2014/main" id="{328421C9-010F-47AC-BDA3-91712548EA0F}"/>
                  </a:ext>
                </a:extLst>
              </p:cNvPr>
              <p:cNvGrpSpPr/>
              <p:nvPr/>
            </p:nvGrpSpPr>
            <p:grpSpPr>
              <a:xfrm rot="20699580">
                <a:off x="10674677" y="698187"/>
                <a:ext cx="364798" cy="491899"/>
                <a:chOff x="1186757" y="4070722"/>
                <a:chExt cx="461527" cy="622331"/>
              </a:xfrm>
              <a:solidFill>
                <a:srgbClr val="A8ACB2"/>
              </a:solidFill>
            </p:grpSpPr>
            <p:pic>
              <p:nvPicPr>
                <p:cNvPr id="554" name="图形 553" descr="三叶草">
                  <a:extLst>
                    <a:ext uri="{FF2B5EF4-FFF2-40B4-BE49-F238E27FC236}">
                      <a16:creationId xmlns:a16="http://schemas.microsoft.com/office/drawing/2014/main" id="{8C9AC06E-A117-4E20-A662-487E597A8C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5" name="图形 554" descr="无茎花朵">
                  <a:extLst>
                    <a:ext uri="{FF2B5EF4-FFF2-40B4-BE49-F238E27FC236}">
                      <a16:creationId xmlns:a16="http://schemas.microsoft.com/office/drawing/2014/main" id="{6BB5BDC8-F50B-45F0-B0A7-7B9438921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0795" y="4070722"/>
                  <a:ext cx="377489" cy="377489"/>
                </a:xfrm>
                <a:prstGeom prst="rect">
                  <a:avLst/>
                </a:prstGeom>
              </p:spPr>
            </p:pic>
          </p:grpSp>
          <p:pic>
            <p:nvPicPr>
              <p:cNvPr id="556" name="图形 555" descr="盆花">
                <a:extLst>
                  <a:ext uri="{FF2B5EF4-FFF2-40B4-BE49-F238E27FC236}">
                    <a16:creationId xmlns:a16="http://schemas.microsoft.com/office/drawing/2014/main" id="{FBE4111D-FAC0-4ACF-A8B7-ACD069008D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10171997" y="1046057"/>
                <a:ext cx="969509" cy="114998"/>
              </a:xfrm>
              <a:prstGeom prst="rect">
                <a:avLst/>
              </a:prstGeom>
            </p:spPr>
          </p:pic>
        </p:grpSp>
        <p:sp>
          <p:nvSpPr>
            <p:cNvPr id="558" name="文本框 557">
              <a:extLst>
                <a:ext uri="{FF2B5EF4-FFF2-40B4-BE49-F238E27FC236}">
                  <a16:creationId xmlns:a16="http://schemas.microsoft.com/office/drawing/2014/main" id="{5F5217D0-B0E0-4579-A46D-8214416D0D12}"/>
                </a:ext>
              </a:extLst>
            </p:cNvPr>
            <p:cNvSpPr txBox="1"/>
            <p:nvPr/>
          </p:nvSpPr>
          <p:spPr>
            <a:xfrm>
              <a:off x="7284520" y="4008999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576" name="图形 575">
              <a:extLst>
                <a:ext uri="{FF2B5EF4-FFF2-40B4-BE49-F238E27FC236}">
                  <a16:creationId xmlns:a16="http://schemas.microsoft.com/office/drawing/2014/main" id="{28BD1024-A4F5-4972-97F4-9EEFD93DC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88967" y="869895"/>
              <a:ext cx="249879" cy="251165"/>
            </a:xfrm>
            <a:prstGeom prst="rect">
              <a:avLst/>
            </a:prstGeom>
          </p:spPr>
        </p:pic>
        <p:grpSp>
          <p:nvGrpSpPr>
            <p:cNvPr id="577" name="组合 576">
              <a:extLst>
                <a:ext uri="{FF2B5EF4-FFF2-40B4-BE49-F238E27FC236}">
                  <a16:creationId xmlns:a16="http://schemas.microsoft.com/office/drawing/2014/main" id="{5BA390FD-9554-41CF-BBA1-FA41A41504D5}"/>
                </a:ext>
              </a:extLst>
            </p:cNvPr>
            <p:cNvGrpSpPr/>
            <p:nvPr/>
          </p:nvGrpSpPr>
          <p:grpSpPr>
            <a:xfrm>
              <a:off x="9825305" y="3128742"/>
              <a:ext cx="1764000" cy="1955510"/>
              <a:chOff x="4023707" y="2921273"/>
              <a:chExt cx="1764000" cy="1955510"/>
            </a:xfrm>
          </p:grpSpPr>
          <p:sp>
            <p:nvSpPr>
              <p:cNvPr id="578" name="Rounded Rectangle 6">
                <a:extLst>
                  <a:ext uri="{FF2B5EF4-FFF2-40B4-BE49-F238E27FC236}">
                    <a16:creationId xmlns:a16="http://schemas.microsoft.com/office/drawing/2014/main" id="{014EA46C-A120-4EC3-B944-1537D1F2D58D}"/>
                  </a:ext>
                </a:extLst>
              </p:cNvPr>
              <p:cNvSpPr/>
              <p:nvPr/>
            </p:nvSpPr>
            <p:spPr>
              <a:xfrm>
                <a:off x="4104144" y="2968783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79" name="组合 578">
                <a:extLst>
                  <a:ext uri="{FF2B5EF4-FFF2-40B4-BE49-F238E27FC236}">
                    <a16:creationId xmlns:a16="http://schemas.microsoft.com/office/drawing/2014/main" id="{753A548A-CAE4-4E7E-BA74-7C3A66A4DDF9}"/>
                  </a:ext>
                </a:extLst>
              </p:cNvPr>
              <p:cNvGrpSpPr/>
              <p:nvPr/>
            </p:nvGrpSpPr>
            <p:grpSpPr>
              <a:xfrm>
                <a:off x="4670685" y="3024788"/>
                <a:ext cx="469327" cy="433291"/>
                <a:chOff x="6337606" y="3882161"/>
                <a:chExt cx="432000" cy="398830"/>
              </a:xfrm>
            </p:grpSpPr>
            <p:cxnSp>
              <p:nvCxnSpPr>
                <p:cNvPr id="582" name="直接箭头连接符 581">
                  <a:extLst>
                    <a:ext uri="{FF2B5EF4-FFF2-40B4-BE49-F238E27FC236}">
                      <a16:creationId xmlns:a16="http://schemas.microsoft.com/office/drawing/2014/main" id="{CE38B3A8-1493-4ECB-BC2C-E8CC342E55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1918" y="389381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直接连接符 582">
                  <a:extLst>
                    <a:ext uri="{FF2B5EF4-FFF2-40B4-BE49-F238E27FC236}">
                      <a16:creationId xmlns:a16="http://schemas.microsoft.com/office/drawing/2014/main" id="{07245848-3899-414A-BAFB-C8D321A78F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直接连接符 583">
                  <a:extLst>
                    <a:ext uri="{FF2B5EF4-FFF2-40B4-BE49-F238E27FC236}">
                      <a16:creationId xmlns:a16="http://schemas.microsoft.com/office/drawing/2014/main" id="{6F356A9A-F270-494F-B278-063E06F78D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0504" y="4280991"/>
                  <a:ext cx="108000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0" name="文本框 579">
                <a:extLst>
                  <a:ext uri="{FF2B5EF4-FFF2-40B4-BE49-F238E27FC236}">
                    <a16:creationId xmlns:a16="http://schemas.microsoft.com/office/drawing/2014/main" id="{0521CF17-0C1B-43F8-A0BA-DA87D63A7E64}"/>
                  </a:ext>
                </a:extLst>
              </p:cNvPr>
              <p:cNvSpPr txBox="1"/>
              <p:nvPr/>
            </p:nvSpPr>
            <p:spPr>
              <a:xfrm>
                <a:off x="4023707" y="3793412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RFD</a:t>
                </a:r>
                <a:r>
                  <a:rPr lang="en-US" altLang="zh-CN" baseline="-25000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581" name="图形 580">
                <a:extLst>
                  <a:ext uri="{FF2B5EF4-FFF2-40B4-BE49-F238E27FC236}">
                    <a16:creationId xmlns:a16="http://schemas.microsoft.com/office/drawing/2014/main" id="{124CE423-3130-4D43-BF96-CA4477B5B4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550" y="2921273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586" name="直接箭头连接符 585">
              <a:extLst>
                <a:ext uri="{FF2B5EF4-FFF2-40B4-BE49-F238E27FC236}">
                  <a16:creationId xmlns:a16="http://schemas.microsoft.com/office/drawing/2014/main" id="{74259434-0138-4C1F-90FE-E4A0A902B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4272" y="2202208"/>
              <a:ext cx="7192" cy="936000"/>
            </a:xfrm>
            <a:prstGeom prst="straightConnector1">
              <a:avLst/>
            </a:prstGeom>
            <a:ln w="31750" cap="rnd">
              <a:solidFill>
                <a:srgbClr val="B4B4B4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直接箭头连接符 586">
              <a:extLst>
                <a:ext uri="{FF2B5EF4-FFF2-40B4-BE49-F238E27FC236}">
                  <a16:creationId xmlns:a16="http://schemas.microsoft.com/office/drawing/2014/main" id="{804820C0-B95E-4C32-B7EF-56E1F2BBBDCA}"/>
                </a:ext>
              </a:extLst>
            </p:cNvPr>
            <p:cNvCxnSpPr>
              <a:cxnSpLocks/>
            </p:cNvCxnSpPr>
            <p:nvPr/>
          </p:nvCxnSpPr>
          <p:spPr>
            <a:xfrm>
              <a:off x="10634659" y="2171010"/>
              <a:ext cx="5155" cy="972000"/>
            </a:xfrm>
            <a:prstGeom prst="straightConnector1">
              <a:avLst/>
            </a:prstGeom>
            <a:ln w="31750" cap="rnd">
              <a:solidFill>
                <a:srgbClr val="B4B4B4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8" name="文本框 587">
              <a:extLst>
                <a:ext uri="{FF2B5EF4-FFF2-40B4-BE49-F238E27FC236}">
                  <a16:creationId xmlns:a16="http://schemas.microsoft.com/office/drawing/2014/main" id="{3302A0DF-9BCE-4312-9DC7-758194A57073}"/>
                </a:ext>
              </a:extLst>
            </p:cNvPr>
            <p:cNvSpPr txBox="1"/>
            <p:nvPr/>
          </p:nvSpPr>
          <p:spPr>
            <a:xfrm>
              <a:off x="8198782" y="2497199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-0.01</a:t>
              </a:r>
              <a:endParaRPr lang="zh-CN" altLang="en-US" dirty="0">
                <a:solidFill>
                  <a:srgbClr val="7D7D7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文本框 589">
              <a:extLst>
                <a:ext uri="{FF2B5EF4-FFF2-40B4-BE49-F238E27FC236}">
                  <a16:creationId xmlns:a16="http://schemas.microsoft.com/office/drawing/2014/main" id="{130AC46B-FDB4-4234-B760-97FF1FD2E036}"/>
                </a:ext>
              </a:extLst>
            </p:cNvPr>
            <p:cNvSpPr txBox="1"/>
            <p:nvPr/>
          </p:nvSpPr>
          <p:spPr>
            <a:xfrm>
              <a:off x="10591436" y="2449112"/>
              <a:ext cx="703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0.06</a:t>
              </a:r>
              <a:endParaRPr lang="zh-CN" altLang="en-US" dirty="0">
                <a:solidFill>
                  <a:srgbClr val="7D7D7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1" name="直接箭头连接符 590">
              <a:extLst>
                <a:ext uri="{FF2B5EF4-FFF2-40B4-BE49-F238E27FC236}">
                  <a16:creationId xmlns:a16="http://schemas.microsoft.com/office/drawing/2014/main" id="{BEA18792-1FDC-46C6-A96D-33CA31D90319}"/>
                </a:ext>
              </a:extLst>
            </p:cNvPr>
            <p:cNvCxnSpPr>
              <a:cxnSpLocks/>
            </p:cNvCxnSpPr>
            <p:nvPr/>
          </p:nvCxnSpPr>
          <p:spPr>
            <a:xfrm>
              <a:off x="8351834" y="5138449"/>
              <a:ext cx="1098000" cy="936000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接箭头连接符 591">
              <a:extLst>
                <a:ext uri="{FF2B5EF4-FFF2-40B4-BE49-F238E27FC236}">
                  <a16:creationId xmlns:a16="http://schemas.microsoft.com/office/drawing/2014/main" id="{19C1AE7E-0802-4AA6-A8F6-263A6A1A9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0144" y="5173340"/>
              <a:ext cx="1216907" cy="900000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3" name="文本框 592">
              <a:extLst>
                <a:ext uri="{FF2B5EF4-FFF2-40B4-BE49-F238E27FC236}">
                  <a16:creationId xmlns:a16="http://schemas.microsoft.com/office/drawing/2014/main" id="{E4E05405-57CB-4AC3-93CE-8F80F1443B92}"/>
                </a:ext>
              </a:extLst>
            </p:cNvPr>
            <p:cNvSpPr txBox="1"/>
            <p:nvPr/>
          </p:nvSpPr>
          <p:spPr>
            <a:xfrm>
              <a:off x="8210705" y="5462260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0.13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文本框 593">
              <a:extLst>
                <a:ext uri="{FF2B5EF4-FFF2-40B4-BE49-F238E27FC236}">
                  <a16:creationId xmlns:a16="http://schemas.microsoft.com/office/drawing/2014/main" id="{92691E8A-B9B2-4452-AF95-E5442AED5A03}"/>
                </a:ext>
              </a:extLst>
            </p:cNvPr>
            <p:cNvSpPr txBox="1"/>
            <p:nvPr/>
          </p:nvSpPr>
          <p:spPr>
            <a:xfrm>
              <a:off x="10122152" y="5477907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0.14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5" name="组合 594">
              <a:extLst>
                <a:ext uri="{FF2B5EF4-FFF2-40B4-BE49-F238E27FC236}">
                  <a16:creationId xmlns:a16="http://schemas.microsoft.com/office/drawing/2014/main" id="{BDA928A7-8978-495B-9178-FB9A3FD268AC}"/>
                </a:ext>
              </a:extLst>
            </p:cNvPr>
            <p:cNvGrpSpPr/>
            <p:nvPr/>
          </p:nvGrpSpPr>
          <p:grpSpPr>
            <a:xfrm rot="5400000">
              <a:off x="8173190" y="3348695"/>
              <a:ext cx="5951782" cy="1657355"/>
              <a:chOff x="503426" y="3070002"/>
              <a:chExt cx="8402400" cy="3462525"/>
            </a:xfrm>
          </p:grpSpPr>
          <p:cxnSp>
            <p:nvCxnSpPr>
              <p:cNvPr id="596" name="直接连接符 595">
                <a:extLst>
                  <a:ext uri="{FF2B5EF4-FFF2-40B4-BE49-F238E27FC236}">
                    <a16:creationId xmlns:a16="http://schemas.microsoft.com/office/drawing/2014/main" id="{AEF5FBB0-DBC0-4B7E-81B7-0A0302F106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31750" cap="rnd">
                <a:solidFill>
                  <a:srgbClr val="B4B4B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直接箭头连接符 596">
                <a:extLst>
                  <a:ext uri="{FF2B5EF4-FFF2-40B4-BE49-F238E27FC236}">
                    <a16:creationId xmlns:a16="http://schemas.microsoft.com/office/drawing/2014/main" id="{F4859C36-A8A3-4400-8718-D458C514B0F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63926" y="4802680"/>
                <a:ext cx="3459695" cy="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直接连接符 597">
                <a:extLst>
                  <a:ext uri="{FF2B5EF4-FFF2-40B4-BE49-F238E27FC236}">
                    <a16:creationId xmlns:a16="http://schemas.microsoft.com/office/drawing/2014/main" id="{B238F7DA-D3AD-4400-A12D-161336AC61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31750" cap="rnd">
                <a:solidFill>
                  <a:srgbClr val="B4B4B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9" name="文本框 598">
              <a:extLst>
                <a:ext uri="{FF2B5EF4-FFF2-40B4-BE49-F238E27FC236}">
                  <a16:creationId xmlns:a16="http://schemas.microsoft.com/office/drawing/2014/main" id="{456DF850-EF14-4BA9-B3B0-36D4D5117CE1}"/>
                </a:ext>
              </a:extLst>
            </p:cNvPr>
            <p:cNvSpPr txBox="1"/>
            <p:nvPr/>
          </p:nvSpPr>
          <p:spPr>
            <a:xfrm>
              <a:off x="10619949" y="6824854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-0.05</a:t>
              </a:r>
              <a:endParaRPr lang="zh-CN" altLang="en-US" dirty="0">
                <a:solidFill>
                  <a:srgbClr val="7D7D7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0" name="组合 599">
              <a:extLst>
                <a:ext uri="{FF2B5EF4-FFF2-40B4-BE49-F238E27FC236}">
                  <a16:creationId xmlns:a16="http://schemas.microsoft.com/office/drawing/2014/main" id="{B109711E-6F3B-4A86-920E-3A6E2B40968D}"/>
                </a:ext>
              </a:extLst>
            </p:cNvPr>
            <p:cNvGrpSpPr/>
            <p:nvPr/>
          </p:nvGrpSpPr>
          <p:grpSpPr>
            <a:xfrm rot="16200000" flipH="1">
              <a:off x="4751566" y="3343245"/>
              <a:ext cx="5919262" cy="1699835"/>
              <a:chOff x="512698" y="3069996"/>
              <a:chExt cx="8356488" cy="4120917"/>
            </a:xfrm>
          </p:grpSpPr>
          <p:cxnSp>
            <p:nvCxnSpPr>
              <p:cNvPr id="601" name="直接连接符 600">
                <a:extLst>
                  <a:ext uri="{FF2B5EF4-FFF2-40B4-BE49-F238E27FC236}">
                    <a16:creationId xmlns:a16="http://schemas.microsoft.com/office/drawing/2014/main" id="{C65985F3-CDE8-42BE-B4E3-7B6C9F1714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5641" y="3069996"/>
                <a:ext cx="8284121" cy="3619"/>
              </a:xfrm>
              <a:prstGeom prst="line">
                <a:avLst/>
              </a:prstGeom>
              <a:ln w="31750" cap="rnd">
                <a:solidFill>
                  <a:srgbClr val="B4B4B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直接箭头连接符 601">
                <a:extLst>
                  <a:ext uri="{FF2B5EF4-FFF2-40B4-BE49-F238E27FC236}">
                    <a16:creationId xmlns:a16="http://schemas.microsoft.com/office/drawing/2014/main" id="{F99A8E9D-A869-4F94-8C06-19EE7862FA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818227" y="5139955"/>
                <a:ext cx="4101917" cy="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直接连接符 602">
                <a:extLst>
                  <a:ext uri="{FF2B5EF4-FFF2-40B4-BE49-F238E27FC236}">
                    <a16:creationId xmlns:a16="http://schemas.microsoft.com/office/drawing/2014/main" id="{F86E3884-0FD6-4235-B155-D5F0EDFA5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698" y="3070841"/>
                <a:ext cx="0" cy="1134572"/>
              </a:xfrm>
              <a:prstGeom prst="line">
                <a:avLst/>
              </a:prstGeom>
              <a:ln w="31750" cap="rnd">
                <a:solidFill>
                  <a:srgbClr val="B4B4B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4" name="文本框 603">
              <a:extLst>
                <a:ext uri="{FF2B5EF4-FFF2-40B4-BE49-F238E27FC236}">
                  <a16:creationId xmlns:a16="http://schemas.microsoft.com/office/drawing/2014/main" id="{A75ADA31-EFDB-4274-84DC-E4DAC4C54C04}"/>
                </a:ext>
              </a:extLst>
            </p:cNvPr>
            <p:cNvSpPr txBox="1"/>
            <p:nvPr/>
          </p:nvSpPr>
          <p:spPr>
            <a:xfrm>
              <a:off x="7425874" y="6824854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dirty="0">
                <a:solidFill>
                  <a:srgbClr val="7D7D7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8" name="组合 607">
              <a:extLst>
                <a:ext uri="{FF2B5EF4-FFF2-40B4-BE49-F238E27FC236}">
                  <a16:creationId xmlns:a16="http://schemas.microsoft.com/office/drawing/2014/main" id="{BFB1D4E5-3970-44C7-8515-995086B7C343}"/>
                </a:ext>
              </a:extLst>
            </p:cNvPr>
            <p:cNvGrpSpPr/>
            <p:nvPr/>
          </p:nvGrpSpPr>
          <p:grpSpPr>
            <a:xfrm>
              <a:off x="8522094" y="6151494"/>
              <a:ext cx="1794615" cy="1908000"/>
              <a:chOff x="8035390" y="5511805"/>
              <a:chExt cx="1794615" cy="1908000"/>
            </a:xfrm>
          </p:grpSpPr>
          <p:grpSp>
            <p:nvGrpSpPr>
              <p:cNvPr id="609" name="组合 608">
                <a:extLst>
                  <a:ext uri="{FF2B5EF4-FFF2-40B4-BE49-F238E27FC236}">
                    <a16:creationId xmlns:a16="http://schemas.microsoft.com/office/drawing/2014/main" id="{908A0680-BEFB-45E4-8504-A4A517FD1FD1}"/>
                  </a:ext>
                </a:extLst>
              </p:cNvPr>
              <p:cNvGrpSpPr/>
              <p:nvPr/>
            </p:nvGrpSpPr>
            <p:grpSpPr>
              <a:xfrm>
                <a:off x="8435093" y="5549016"/>
                <a:ext cx="1000615" cy="901964"/>
                <a:chOff x="8508875" y="5106309"/>
                <a:chExt cx="819031" cy="738283"/>
              </a:xfrm>
            </p:grpSpPr>
            <p:grpSp>
              <p:nvGrpSpPr>
                <p:cNvPr id="615" name="组合 614">
                  <a:extLst>
                    <a:ext uri="{FF2B5EF4-FFF2-40B4-BE49-F238E27FC236}">
                      <a16:creationId xmlns:a16="http://schemas.microsoft.com/office/drawing/2014/main" id="{B9E2FCD1-E585-4E67-A500-B9016CFA8DD4}"/>
                    </a:ext>
                  </a:extLst>
                </p:cNvPr>
                <p:cNvGrpSpPr/>
                <p:nvPr/>
              </p:nvGrpSpPr>
              <p:grpSpPr>
                <a:xfrm>
                  <a:off x="8508875" y="5154601"/>
                  <a:ext cx="324728" cy="689991"/>
                  <a:chOff x="8978908" y="1733519"/>
                  <a:chExt cx="847726" cy="1801272"/>
                </a:xfrm>
              </p:grpSpPr>
              <p:pic>
                <p:nvPicPr>
                  <p:cNvPr id="622" name="图形 621">
                    <a:extLst>
                      <a:ext uri="{FF2B5EF4-FFF2-40B4-BE49-F238E27FC236}">
                        <a16:creationId xmlns:a16="http://schemas.microsoft.com/office/drawing/2014/main" id="{97444E76-1A56-4346-8453-1F3D126FD3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rcRect t="24318"/>
                  <a:stretch/>
                </p:blipFill>
                <p:spPr>
                  <a:xfrm>
                    <a:off x="8978908" y="2196026"/>
                    <a:ext cx="847726" cy="1338765"/>
                  </a:xfrm>
                  <a:prstGeom prst="rect">
                    <a:avLst/>
                  </a:prstGeom>
                </p:spPr>
              </p:pic>
              <p:pic>
                <p:nvPicPr>
                  <p:cNvPr id="623" name="图形 622">
                    <a:extLst>
                      <a:ext uri="{FF2B5EF4-FFF2-40B4-BE49-F238E27FC236}">
                        <a16:creationId xmlns:a16="http://schemas.microsoft.com/office/drawing/2014/main" id="{EA5FF587-F3BB-4435-BC63-059A0894E6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80781" y="1733519"/>
                    <a:ext cx="633857" cy="63712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6" name="组合 615">
                  <a:extLst>
                    <a:ext uri="{FF2B5EF4-FFF2-40B4-BE49-F238E27FC236}">
                      <a16:creationId xmlns:a16="http://schemas.microsoft.com/office/drawing/2014/main" id="{FBB70EFF-5363-415F-9EF9-C4CE0314FF80}"/>
                    </a:ext>
                  </a:extLst>
                </p:cNvPr>
                <p:cNvGrpSpPr/>
                <p:nvPr/>
              </p:nvGrpSpPr>
              <p:grpSpPr>
                <a:xfrm>
                  <a:off x="8743159" y="5106309"/>
                  <a:ext cx="338846" cy="721511"/>
                  <a:chOff x="8978908" y="1661527"/>
                  <a:chExt cx="879749" cy="1873264"/>
                </a:xfrm>
              </p:grpSpPr>
              <p:pic>
                <p:nvPicPr>
                  <p:cNvPr id="620" name="图形 619">
                    <a:extLst>
                      <a:ext uri="{FF2B5EF4-FFF2-40B4-BE49-F238E27FC236}">
                        <a16:creationId xmlns:a16="http://schemas.microsoft.com/office/drawing/2014/main" id="{C6BB8040-2017-4E3D-810A-ADAD657097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rcRect t="24318"/>
                  <a:stretch/>
                </p:blipFill>
                <p:spPr>
                  <a:xfrm>
                    <a:off x="8978908" y="2196026"/>
                    <a:ext cx="847726" cy="1338765"/>
                  </a:xfrm>
                  <a:prstGeom prst="rect">
                    <a:avLst/>
                  </a:prstGeom>
                </p:spPr>
              </p:pic>
              <p:pic>
                <p:nvPicPr>
                  <p:cNvPr id="621" name="图形 620">
                    <a:extLst>
                      <a:ext uri="{FF2B5EF4-FFF2-40B4-BE49-F238E27FC236}">
                        <a16:creationId xmlns:a16="http://schemas.microsoft.com/office/drawing/2014/main" id="{11CAF2CF-3AB8-479A-9044-FAEAED9DC2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53176" y="1661527"/>
                    <a:ext cx="705481" cy="70911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7" name="组合 616">
                  <a:extLst>
                    <a:ext uri="{FF2B5EF4-FFF2-40B4-BE49-F238E27FC236}">
                      <a16:creationId xmlns:a16="http://schemas.microsoft.com/office/drawing/2014/main" id="{B5F9D7E6-A2C1-46B5-B839-63ECF9E78395}"/>
                    </a:ext>
                  </a:extLst>
                </p:cNvPr>
                <p:cNvGrpSpPr/>
                <p:nvPr/>
              </p:nvGrpSpPr>
              <p:grpSpPr>
                <a:xfrm>
                  <a:off x="9005008" y="5140181"/>
                  <a:ext cx="322898" cy="674859"/>
                  <a:chOff x="8978908" y="1604357"/>
                  <a:chExt cx="923649" cy="1930434"/>
                </a:xfrm>
              </p:grpSpPr>
              <p:pic>
                <p:nvPicPr>
                  <p:cNvPr id="618" name="图形 617">
                    <a:extLst>
                      <a:ext uri="{FF2B5EF4-FFF2-40B4-BE49-F238E27FC236}">
                        <a16:creationId xmlns:a16="http://schemas.microsoft.com/office/drawing/2014/main" id="{CD5924C4-0D4A-42B5-998C-075CA75E43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rcRect t="24318"/>
                  <a:stretch/>
                </p:blipFill>
                <p:spPr>
                  <a:xfrm>
                    <a:off x="8978908" y="2196026"/>
                    <a:ext cx="847726" cy="1338765"/>
                  </a:xfrm>
                  <a:prstGeom prst="rect">
                    <a:avLst/>
                  </a:prstGeom>
                </p:spPr>
              </p:pic>
              <p:pic>
                <p:nvPicPr>
                  <p:cNvPr id="619" name="图形 618">
                    <a:extLst>
                      <a:ext uri="{FF2B5EF4-FFF2-40B4-BE49-F238E27FC236}">
                        <a16:creationId xmlns:a16="http://schemas.microsoft.com/office/drawing/2014/main" id="{581C30F9-9D59-4221-9E03-3E850FA219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40200" y="1604357"/>
                    <a:ext cx="762357" cy="76627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035390" y="5511805"/>
                <a:ext cx="1794615" cy="1908000"/>
                <a:chOff x="2666010" y="4576632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76632"/>
                  <a:ext cx="1794615" cy="1908000"/>
                  <a:chOff x="2673608" y="4604784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768498" y="4604784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</p:grpSp>
        <p:pic>
          <p:nvPicPr>
            <p:cNvPr id="624" name="图形 623">
              <a:extLst>
                <a:ext uri="{FF2B5EF4-FFF2-40B4-BE49-F238E27FC236}">
                  <a16:creationId xmlns:a16="http://schemas.microsoft.com/office/drawing/2014/main" id="{FE472649-ED99-4A9E-94A7-EE319A5576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7630260" y="3151431"/>
              <a:ext cx="967331" cy="934742"/>
            </a:xfrm>
            <a:prstGeom prst="rect">
              <a:avLst/>
            </a:prstGeom>
          </p:spPr>
        </p:pic>
        <p:cxnSp>
          <p:nvCxnSpPr>
            <p:cNvPr id="625" name="直接连接符 624">
              <a:extLst>
                <a:ext uri="{FF2B5EF4-FFF2-40B4-BE49-F238E27FC236}">
                  <a16:creationId xmlns:a16="http://schemas.microsoft.com/office/drawing/2014/main" id="{F1EA217E-C2B7-4E46-B6F3-7F5368875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4025" y="3317462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直接连接符 625">
              <a:extLst>
                <a:ext uri="{FF2B5EF4-FFF2-40B4-BE49-F238E27FC236}">
                  <a16:creationId xmlns:a16="http://schemas.microsoft.com/office/drawing/2014/main" id="{AAEA1F74-07D3-418A-88D2-3CD162D9C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3276" y="3706466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直接箭头连接符 626">
              <a:extLst>
                <a:ext uri="{FF2B5EF4-FFF2-40B4-BE49-F238E27FC236}">
                  <a16:creationId xmlns:a16="http://schemas.microsoft.com/office/drawing/2014/main" id="{44E1F966-EB19-4AC0-8A22-E1D1F28AC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6013" y="4059614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8" name="图形 627">
              <a:extLst>
                <a:ext uri="{FF2B5EF4-FFF2-40B4-BE49-F238E27FC236}">
                  <a16:creationId xmlns:a16="http://schemas.microsoft.com/office/drawing/2014/main" id="{8CBA290F-50EB-4F3F-AA98-BA4E332CF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67019" y="3270110"/>
              <a:ext cx="266485" cy="262870"/>
            </a:xfrm>
            <a:prstGeom prst="rect">
              <a:avLst/>
            </a:prstGeom>
          </p:spPr>
        </p:pic>
        <p:pic>
          <p:nvPicPr>
            <p:cNvPr id="629" name="图形 628" descr="无茎花朵">
              <a:extLst>
                <a:ext uri="{FF2B5EF4-FFF2-40B4-BE49-F238E27FC236}">
                  <a16:creationId xmlns:a16="http://schemas.microsoft.com/office/drawing/2014/main" id="{42B7A2FA-50A4-4510-80D3-E3FA9366B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77935" y="3606339"/>
              <a:ext cx="383924" cy="3767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0993B26A-07F9-4B3A-9205-52F796AF54B4}"/>
                    </a:ext>
                  </a:extLst>
                </p:cNvPr>
                <p:cNvSpPr txBox="1"/>
                <p:nvPr/>
              </p:nvSpPr>
              <p:spPr>
                <a:xfrm>
                  <a:off x="8921797" y="76968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0993B26A-07F9-4B3A-9205-52F796AF5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1797" y="7696873"/>
                  <a:ext cx="1152000" cy="369332"/>
                </a:xfrm>
                <a:prstGeom prst="rect">
                  <a:avLst/>
                </a:prstGeom>
                <a:blipFill>
                  <a:blip r:embed="rId24"/>
                  <a:stretch>
                    <a:fillRect t="-9836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CCFFE6FE-9363-44D6-8BF1-4B9C1F1B2FE9}"/>
                    </a:ext>
                  </a:extLst>
                </p:cNvPr>
                <p:cNvSpPr txBox="1"/>
                <p:nvPr/>
              </p:nvSpPr>
              <p:spPr>
                <a:xfrm>
                  <a:off x="10634659" y="5055191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0.11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CCFFE6FE-9363-44D6-8BF1-4B9C1F1B2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34659" y="5055191"/>
                  <a:ext cx="115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 t="-10000" r="-2646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F701F107-7221-4A82-B135-452E688678A8}"/>
                    </a:ext>
                  </a:extLst>
                </p:cNvPr>
                <p:cNvSpPr txBox="1"/>
                <p:nvPr/>
              </p:nvSpPr>
              <p:spPr>
                <a:xfrm>
                  <a:off x="7184326" y="5051070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0.07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F701F107-7221-4A82-B135-452E68867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4326" y="5051070"/>
                  <a:ext cx="115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 t="-9836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447FC16B-EED6-4EA2-B036-F338A7E667EC}"/>
                </a:ext>
              </a:extLst>
            </p:cNvPr>
            <p:cNvSpPr txBox="1"/>
            <p:nvPr/>
          </p:nvSpPr>
          <p:spPr>
            <a:xfrm>
              <a:off x="7897898" y="8112128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1.883,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0.390</a:t>
              </a:r>
            </a:p>
          </p:txBody>
        </p: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CF2ED147-821A-4ADF-8F31-CED1340FBF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1986" y="2216293"/>
              <a:ext cx="1927716" cy="920029"/>
            </a:xfrm>
            <a:prstGeom prst="straightConnector1">
              <a:avLst/>
            </a:prstGeom>
            <a:ln w="31750" cap="rnd">
              <a:solidFill>
                <a:srgbClr val="B4B4B4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DC2C40A-7BE1-469B-9B15-FCB7F0885C90}"/>
                </a:ext>
              </a:extLst>
            </p:cNvPr>
            <p:cNvSpPr txBox="1"/>
            <p:nvPr/>
          </p:nvSpPr>
          <p:spPr>
            <a:xfrm>
              <a:off x="9344176" y="2559818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0.02</a:t>
              </a:r>
              <a:endParaRPr lang="zh-CN" altLang="en-US" dirty="0">
                <a:solidFill>
                  <a:srgbClr val="7D7D7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9FE50758-8177-42CE-9DDC-F81F33F18668}"/>
              </a:ext>
            </a:extLst>
          </p:cNvPr>
          <p:cNvSpPr/>
          <p:nvPr/>
        </p:nvSpPr>
        <p:spPr>
          <a:xfrm>
            <a:off x="5749150" y="8758819"/>
            <a:ext cx="1527125" cy="5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2.5-3.5-4.5-6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BA809C6-85F5-42B9-854B-7D64EA20C116}"/>
              </a:ext>
            </a:extLst>
          </p:cNvPr>
          <p:cNvCxnSpPr/>
          <p:nvPr/>
        </p:nvCxnSpPr>
        <p:spPr>
          <a:xfrm>
            <a:off x="4919186" y="3015213"/>
            <a:ext cx="0" cy="360000"/>
          </a:xfrm>
          <a:prstGeom prst="straightConnector1">
            <a:avLst/>
          </a:prstGeom>
          <a:ln w="19050">
            <a:solidFill>
              <a:srgbClr val="DD84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682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500794" y="8692068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FE50758-8177-42CE-9DDC-F81F33F18668}"/>
              </a:ext>
            </a:extLst>
          </p:cNvPr>
          <p:cNvSpPr/>
          <p:nvPr/>
        </p:nvSpPr>
        <p:spPr>
          <a:xfrm>
            <a:off x="5749150" y="8758819"/>
            <a:ext cx="1527125" cy="5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2.5-3.5-4.5-6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C3B7F1A-B209-4000-AEE1-B2892CE33241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876910" y="-2586"/>
            <a:chExt cx="5164096" cy="8227159"/>
          </a:xfrm>
        </p:grpSpPr>
        <p:pic>
          <p:nvPicPr>
            <p:cNvPr id="264" name="图片 263">
              <a:extLst>
                <a:ext uri="{FF2B5EF4-FFF2-40B4-BE49-F238E27FC236}">
                  <a16:creationId xmlns:a16="http://schemas.microsoft.com/office/drawing/2014/main" id="{0C7FC19B-619E-4622-8B04-7E2B9EEF77B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7497" y="497847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265" name="图片 264">
              <a:extLst>
                <a:ext uri="{FF2B5EF4-FFF2-40B4-BE49-F238E27FC236}">
                  <a16:creationId xmlns:a16="http://schemas.microsoft.com/office/drawing/2014/main" id="{370F518E-2900-46FA-AF20-E3987455EBDE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8184" y="501733"/>
              <a:ext cx="345600" cy="374400"/>
            </a:xfrm>
            <a:prstGeom prst="rect">
              <a:avLst/>
            </a:prstGeom>
            <a:noFill/>
          </p:spPr>
        </p:pic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60296B75-F5F4-46F3-A9B7-8E74ECC00968}"/>
                </a:ext>
              </a:extLst>
            </p:cNvPr>
            <p:cNvGrpSpPr/>
            <p:nvPr/>
          </p:nvGrpSpPr>
          <p:grpSpPr>
            <a:xfrm>
              <a:off x="876910" y="-2586"/>
              <a:ext cx="5164096" cy="8227159"/>
              <a:chOff x="876910" y="-2586"/>
              <a:chExt cx="5164096" cy="8227159"/>
            </a:xfrm>
          </p:grpSpPr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A748F6C7-DEEB-4A6D-BD65-DDD5B595FC53}"/>
                  </a:ext>
                </a:extLst>
              </p:cNvPr>
              <p:cNvSpPr txBox="1"/>
              <p:nvPr/>
            </p:nvSpPr>
            <p:spPr>
              <a:xfrm>
                <a:off x="1798491" y="7855241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0.691,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0.708</a:t>
                </a:r>
                <a:endParaRPr lang="zh-CN" altLang="en-US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F34D7008-157C-4441-ABDA-E1E4282423B9}"/>
                  </a:ext>
                </a:extLst>
              </p:cNvPr>
              <p:cNvGrpSpPr/>
              <p:nvPr/>
            </p:nvGrpSpPr>
            <p:grpSpPr>
              <a:xfrm>
                <a:off x="876910" y="-2586"/>
                <a:ext cx="5164096" cy="7838026"/>
                <a:chOff x="876910" y="-2586"/>
                <a:chExt cx="5164096" cy="7838026"/>
              </a:xfrm>
            </p:grpSpPr>
            <p:sp>
              <p:nvSpPr>
                <p:cNvPr id="304" name="Rounded Rectangle 6">
                  <a:extLst>
                    <a:ext uri="{FF2B5EF4-FFF2-40B4-BE49-F238E27FC236}">
                      <a16:creationId xmlns:a16="http://schemas.microsoft.com/office/drawing/2014/main" id="{3EA30BBA-55F2-4AE1-828B-9554A24FACE6}"/>
                    </a:ext>
                  </a:extLst>
                </p:cNvPr>
                <p:cNvSpPr/>
                <p:nvPr/>
              </p:nvSpPr>
              <p:spPr>
                <a:xfrm>
                  <a:off x="1408834" y="2898248"/>
                  <a:ext cx="1604833" cy="1908000"/>
                </a:xfrm>
                <a:prstGeom prst="roundRect">
                  <a:avLst/>
                </a:prstGeom>
                <a:solidFill>
                  <a:srgbClr val="4C72B0">
                    <a:alpha val="5098"/>
                  </a:srgbClr>
                </a:solidFill>
                <a:ln w="9525">
                  <a:solidFill>
                    <a:srgbClr val="4C72B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63F21F27-16AC-4EA2-8F9E-961079B0C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470124" y="640212"/>
                  <a:ext cx="2489" cy="792000"/>
                </a:xfrm>
                <a:prstGeom prst="straightConnector1">
                  <a:avLst/>
                </a:prstGeom>
                <a:ln w="31750">
                  <a:solidFill>
                    <a:srgbClr val="5F5F5F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4E405B7-76DC-4035-9A7C-6C35EA3F5E6D}"/>
                    </a:ext>
                  </a:extLst>
                </p:cNvPr>
                <p:cNvSpPr txBox="1"/>
                <p:nvPr/>
              </p:nvSpPr>
              <p:spPr>
                <a:xfrm>
                  <a:off x="3121545" y="616543"/>
                  <a:ext cx="720000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-0.06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2" name="图形 181">
                  <a:extLst>
                    <a:ext uri="{FF2B5EF4-FFF2-40B4-BE49-F238E27FC236}">
                      <a16:creationId xmlns:a16="http://schemas.microsoft.com/office/drawing/2014/main" id="{2AC210C9-E232-4F94-925E-05A0C46826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r="14485"/>
                <a:stretch/>
              </p:blipFill>
              <p:spPr>
                <a:xfrm>
                  <a:off x="1666075" y="2887533"/>
                  <a:ext cx="967331" cy="934742"/>
                </a:xfrm>
                <a:prstGeom prst="rect">
                  <a:avLst/>
                </a:prstGeom>
              </p:spPr>
            </p:pic>
            <p:cxnSp>
              <p:nvCxnSpPr>
                <p:cNvPr id="188" name="直接连接符 187">
                  <a:extLst>
                    <a:ext uri="{FF2B5EF4-FFF2-40B4-BE49-F238E27FC236}">
                      <a16:creationId xmlns:a16="http://schemas.microsoft.com/office/drawing/2014/main" id="{1F3F440A-C5A3-49ED-8C46-7A39E21D0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39840" y="3053564"/>
                  <a:ext cx="1" cy="756000"/>
                </a:xfrm>
                <a:prstGeom prst="line">
                  <a:avLst/>
                </a:prstGeom>
                <a:ln w="190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190">
                  <a:extLst>
                    <a:ext uri="{FF2B5EF4-FFF2-40B4-BE49-F238E27FC236}">
                      <a16:creationId xmlns:a16="http://schemas.microsoft.com/office/drawing/2014/main" id="{27502616-1991-437A-8C57-E32C9D448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9091" y="3442568"/>
                  <a:ext cx="0" cy="360000"/>
                </a:xfrm>
                <a:prstGeom prst="line">
                  <a:avLst/>
                </a:prstGeom>
                <a:ln w="190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箭头连接符 191">
                  <a:extLst>
                    <a:ext uri="{FF2B5EF4-FFF2-40B4-BE49-F238E27FC236}">
                      <a16:creationId xmlns:a16="http://schemas.microsoft.com/office/drawing/2014/main" id="{F6E1E2AC-28BF-47B4-B3A0-3236DA139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61828" y="3795716"/>
                  <a:ext cx="307139" cy="0"/>
                </a:xfrm>
                <a:prstGeom prst="straightConnector1">
                  <a:avLst/>
                </a:prstGeom>
                <a:ln w="19050">
                  <a:solidFill>
                    <a:srgbClr val="4C72B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箭头连接符 195">
                  <a:extLst>
                    <a:ext uri="{FF2B5EF4-FFF2-40B4-BE49-F238E27FC236}">
                      <a16:creationId xmlns:a16="http://schemas.microsoft.com/office/drawing/2014/main" id="{C2BCCE66-E70E-4003-AB42-B0B4DA2A10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478400" y="3553516"/>
                  <a:ext cx="0" cy="792000"/>
                </a:xfrm>
                <a:prstGeom prst="straightConnector1">
                  <a:avLst/>
                </a:prstGeom>
                <a:ln w="3175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27C8136E-C48B-405C-95DB-87D8683FF1D1}"/>
                    </a:ext>
                  </a:extLst>
                </p:cNvPr>
                <p:cNvSpPr txBox="1"/>
                <p:nvPr/>
              </p:nvSpPr>
              <p:spPr>
                <a:xfrm>
                  <a:off x="3152317" y="3571436"/>
                  <a:ext cx="7679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0.08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38A5B480-9CBD-4294-A51A-BC4D755AC88F}"/>
                    </a:ext>
                  </a:extLst>
                </p:cNvPr>
                <p:cNvSpPr txBox="1"/>
                <p:nvPr/>
              </p:nvSpPr>
              <p:spPr>
                <a:xfrm>
                  <a:off x="1327955" y="3747930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Niche  difference (</a:t>
                  </a:r>
                  <a:r>
                    <a:rPr lang="en-US" altLang="zh-CN" dirty="0" err="1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baseline="-25000" dirty="0" err="1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cxnSp>
              <p:nvCxnSpPr>
                <p:cNvPr id="427" name="直接箭头连接符 426">
                  <a:extLst>
                    <a:ext uri="{FF2B5EF4-FFF2-40B4-BE49-F238E27FC236}">
                      <a16:creationId xmlns:a16="http://schemas.microsoft.com/office/drawing/2014/main" id="{123293A8-4352-4847-9C6A-14C3EC56CA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551" y="1945321"/>
                  <a:ext cx="1927716" cy="920029"/>
                </a:xfrm>
                <a:prstGeom prst="straightConnector1">
                  <a:avLst/>
                </a:prstGeom>
                <a:ln w="31750" cap="rnd">
                  <a:solidFill>
                    <a:srgbClr val="5F5F5F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直接箭头连接符 428">
                  <a:extLst>
                    <a:ext uri="{FF2B5EF4-FFF2-40B4-BE49-F238E27FC236}">
                      <a16:creationId xmlns:a16="http://schemas.microsoft.com/office/drawing/2014/main" id="{3692AFD4-1F12-453F-9C6E-E268B412D2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4723" y="1938774"/>
                  <a:ext cx="0" cy="972000"/>
                </a:xfrm>
                <a:prstGeom prst="straightConnector1">
                  <a:avLst/>
                </a:prstGeom>
                <a:ln w="31750" cap="rnd">
                  <a:solidFill>
                    <a:srgbClr val="5F5F5F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直接箭头连接符 429">
                  <a:extLst>
                    <a:ext uri="{FF2B5EF4-FFF2-40B4-BE49-F238E27FC236}">
                      <a16:creationId xmlns:a16="http://schemas.microsoft.com/office/drawing/2014/main" id="{ABD0B9D9-85C2-49AB-A261-213DA76063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18003" y="1950721"/>
                  <a:ext cx="7192" cy="936000"/>
                </a:xfrm>
                <a:prstGeom prst="straightConnector1">
                  <a:avLst/>
                </a:prstGeom>
                <a:ln w="31750" cap="rnd">
                  <a:solidFill>
                    <a:srgbClr val="5F5F5F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5A040969-CEF0-41FA-833D-153AE79366B9}"/>
                    </a:ext>
                  </a:extLst>
                </p:cNvPr>
                <p:cNvSpPr txBox="1"/>
                <p:nvPr/>
              </p:nvSpPr>
              <p:spPr>
                <a:xfrm>
                  <a:off x="2236452" y="2254245"/>
                  <a:ext cx="8434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-0.03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0EC06A4D-8758-4BAB-BCE9-53BE8749A8BC}"/>
                    </a:ext>
                  </a:extLst>
                </p:cNvPr>
                <p:cNvSpPr txBox="1"/>
                <p:nvPr/>
              </p:nvSpPr>
              <p:spPr>
                <a:xfrm>
                  <a:off x="3451741" y="2312910"/>
                  <a:ext cx="9182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-0.03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95F8FF3E-EE01-4356-8494-4D5DBEE32A15}"/>
                    </a:ext>
                  </a:extLst>
                </p:cNvPr>
                <p:cNvSpPr txBox="1"/>
                <p:nvPr/>
              </p:nvSpPr>
              <p:spPr>
                <a:xfrm>
                  <a:off x="4706224" y="2206158"/>
                  <a:ext cx="902359" cy="369332"/>
                </a:xfrm>
                <a:prstGeom prst="rect">
                  <a:avLst/>
                </a:prstGeom>
                <a:noFill/>
                <a:ln w="317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-0.07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34" name="直接箭头连接符 433">
                  <a:extLst>
                    <a:ext uri="{FF2B5EF4-FFF2-40B4-BE49-F238E27FC236}">
                      <a16:creationId xmlns:a16="http://schemas.microsoft.com/office/drawing/2014/main" id="{B14ED4AD-6EA5-4930-A1BC-F47EF37177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9505" y="4851950"/>
                  <a:ext cx="1096755" cy="985855"/>
                </a:xfrm>
                <a:prstGeom prst="straightConnector1">
                  <a:avLst/>
                </a:prstGeom>
                <a:ln w="44450" cap="rnd">
                  <a:solidFill>
                    <a:srgbClr val="C44E52"/>
                  </a:solidFill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直接箭头连接符 434">
                  <a:extLst>
                    <a:ext uri="{FF2B5EF4-FFF2-40B4-BE49-F238E27FC236}">
                      <a16:creationId xmlns:a16="http://schemas.microsoft.com/office/drawing/2014/main" id="{C76D10D8-5972-4CA1-AA05-B1EEF0F683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17814" y="4912968"/>
                  <a:ext cx="1216907" cy="912864"/>
                </a:xfrm>
                <a:prstGeom prst="straightConnector1">
                  <a:avLst/>
                </a:prstGeom>
                <a:ln w="57150" cap="rnd">
                  <a:solidFill>
                    <a:srgbClr val="C44E5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834B9507-F753-4CE3-AF63-FC3C3C0A19C8}"/>
                    </a:ext>
                  </a:extLst>
                </p:cNvPr>
                <p:cNvSpPr txBox="1"/>
                <p:nvPr/>
              </p:nvSpPr>
              <p:spPr>
                <a:xfrm>
                  <a:off x="2261285" y="5223282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0.14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7" name="文本框 436">
                  <a:extLst>
                    <a:ext uri="{FF2B5EF4-FFF2-40B4-BE49-F238E27FC236}">
                      <a16:creationId xmlns:a16="http://schemas.microsoft.com/office/drawing/2014/main" id="{B5941B78-C628-4313-B3DF-97D9967BD100}"/>
                    </a:ext>
                  </a:extLst>
                </p:cNvPr>
                <p:cNvSpPr txBox="1"/>
                <p:nvPr/>
              </p:nvSpPr>
              <p:spPr>
                <a:xfrm>
                  <a:off x="4185981" y="5224269"/>
                  <a:ext cx="7676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0.20</a:t>
                  </a:r>
                  <a:endParaRPr lang="zh-CN" altLang="en-US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F5A737D4-11DB-4665-A6D5-D3DC89189FB4}"/>
                    </a:ext>
                  </a:extLst>
                </p:cNvPr>
                <p:cNvGrpSpPr/>
                <p:nvPr/>
              </p:nvGrpSpPr>
              <p:grpSpPr>
                <a:xfrm rot="5400000">
                  <a:off x="2229625" y="3098928"/>
                  <a:ext cx="5951782" cy="1670980"/>
                  <a:chOff x="503426" y="3016562"/>
                  <a:chExt cx="8402400" cy="3490991"/>
                </a:xfrm>
              </p:grpSpPr>
              <p:cxnSp>
                <p:nvCxnSpPr>
                  <p:cNvPr id="438" name="直接连接符 437">
                    <a:extLst>
                      <a:ext uri="{FF2B5EF4-FFF2-40B4-BE49-F238E27FC236}">
                        <a16:creationId xmlns:a16="http://schemas.microsoft.com/office/drawing/2014/main" id="{C256E9FC-3F99-4FBB-8DD9-B521C3FB03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03426" y="3070002"/>
                    <a:ext cx="8402400" cy="3619"/>
                  </a:xfrm>
                  <a:prstGeom prst="line">
                    <a:avLst/>
                  </a:prstGeom>
                  <a:ln w="57150">
                    <a:solidFill>
                      <a:srgbClr val="5F5F5F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直接箭头连接符 438">
                    <a:extLst>
                      <a:ext uri="{FF2B5EF4-FFF2-40B4-BE49-F238E27FC236}">
                        <a16:creationId xmlns:a16="http://schemas.microsoft.com/office/drawing/2014/main" id="{FEF63E63-F68A-4DB5-8151-4BB8BCE68F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126826" y="4762058"/>
                    <a:ext cx="3490991" cy="0"/>
                  </a:xfrm>
                  <a:prstGeom prst="straightConnector1">
                    <a:avLst/>
                  </a:prstGeom>
                  <a:ln w="57150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直接连接符 439">
                    <a:extLst>
                      <a:ext uri="{FF2B5EF4-FFF2-40B4-BE49-F238E27FC236}">
                        <a16:creationId xmlns:a16="http://schemas.microsoft.com/office/drawing/2014/main" id="{A974B68B-B541-4113-9300-D55395BFF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287" y="3070841"/>
                    <a:ext cx="0" cy="977740"/>
                  </a:xfrm>
                  <a:prstGeom prst="line">
                    <a:avLst/>
                  </a:prstGeom>
                  <a:ln w="5715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099E2915-B2DE-4A36-9C97-904079431F78}"/>
                    </a:ext>
                  </a:extLst>
                </p:cNvPr>
                <p:cNvSpPr txBox="1"/>
                <p:nvPr/>
              </p:nvSpPr>
              <p:spPr>
                <a:xfrm>
                  <a:off x="4779542" y="6566459"/>
                  <a:ext cx="9298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-0.22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42" name="组合 441">
                  <a:extLst>
                    <a:ext uri="{FF2B5EF4-FFF2-40B4-BE49-F238E27FC236}">
                      <a16:creationId xmlns:a16="http://schemas.microsoft.com/office/drawing/2014/main" id="{4FC277E5-8D7E-46DA-9B91-A6559EF5B438}"/>
                    </a:ext>
                  </a:extLst>
                </p:cNvPr>
                <p:cNvGrpSpPr/>
                <p:nvPr/>
              </p:nvGrpSpPr>
              <p:grpSpPr>
                <a:xfrm rot="16200000" flipH="1">
                  <a:off x="-1234981" y="3095901"/>
                  <a:ext cx="5951782" cy="1728000"/>
                  <a:chOff x="503427" y="3016558"/>
                  <a:chExt cx="8402400" cy="4189191"/>
                </a:xfrm>
              </p:grpSpPr>
              <p:cxnSp>
                <p:nvCxnSpPr>
                  <p:cNvPr id="443" name="直接连接符 442">
                    <a:extLst>
                      <a:ext uri="{FF2B5EF4-FFF2-40B4-BE49-F238E27FC236}">
                        <a16:creationId xmlns:a16="http://schemas.microsoft.com/office/drawing/2014/main" id="{40506D2A-5EB6-4186-AC7B-5860509051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03427" y="3070002"/>
                    <a:ext cx="8402400" cy="3619"/>
                  </a:xfrm>
                  <a:prstGeom prst="line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直接箭头连接符 443">
                    <a:extLst>
                      <a:ext uri="{FF2B5EF4-FFF2-40B4-BE49-F238E27FC236}">
                        <a16:creationId xmlns:a16="http://schemas.microsoft.com/office/drawing/2014/main" id="{51B80A03-91AF-4C55-B2E6-B73A550F6B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6777727" y="5111154"/>
                    <a:ext cx="4189191" cy="0"/>
                  </a:xfrm>
                  <a:prstGeom prst="straightConnector1">
                    <a:avLst/>
                  </a:prstGeom>
                  <a:ln w="76200">
                    <a:solidFill>
                      <a:srgbClr val="5F5F5F"/>
                    </a:solidFill>
                    <a:prstDash val="solid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直接连接符 444">
                    <a:extLst>
                      <a:ext uri="{FF2B5EF4-FFF2-40B4-BE49-F238E27FC236}">
                        <a16:creationId xmlns:a16="http://schemas.microsoft.com/office/drawing/2014/main" id="{6FD8C2C8-1AFC-400D-B498-D83BDA4C0C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287" y="3070840"/>
                    <a:ext cx="0" cy="1134572"/>
                  </a:xfrm>
                  <a:prstGeom prst="line">
                    <a:avLst/>
                  </a:prstGeom>
                  <a:ln w="76200" cap="rnd">
                    <a:solidFill>
                      <a:srgbClr val="5F5F5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6" name="文本框 445">
                  <a:extLst>
                    <a:ext uri="{FF2B5EF4-FFF2-40B4-BE49-F238E27FC236}">
                      <a16:creationId xmlns:a16="http://schemas.microsoft.com/office/drawing/2014/main" id="{2C771B5D-6354-4C47-A4C0-DEAAAAB78FFC}"/>
                    </a:ext>
                  </a:extLst>
                </p:cNvPr>
                <p:cNvSpPr txBox="1"/>
                <p:nvPr/>
              </p:nvSpPr>
              <p:spPr>
                <a:xfrm>
                  <a:off x="1174110" y="6563492"/>
                  <a:ext cx="863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-0.35</a:t>
                  </a:r>
                  <a:endParaRPr lang="zh-CN" altLang="en-US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1FA3455E-F698-468D-B450-988FF4135D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99537" y="4812194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DD845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0.42</a:t>
                      </a:r>
                      <a:endParaRPr lang="zh-CN" altLang="en-US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1FA3455E-F698-468D-B450-988FF4135D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9537" y="4812194"/>
                      <a:ext cx="115200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8197" r="-42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8" name="文本框 197">
                      <a:extLst>
                        <a:ext uri="{FF2B5EF4-FFF2-40B4-BE49-F238E27FC236}">
                          <a16:creationId xmlns:a16="http://schemas.microsoft.com/office/drawing/2014/main" id="{C29FB626-A061-4ADE-84CC-FDEF28D0F4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49204" y="4808073"/>
                      <a:ext cx="1152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US" altLang="zh-CN" dirty="0">
                          <a:solidFill>
                            <a:srgbClr val="4C72B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0.16</a:t>
                      </a:r>
                      <a:endParaRPr lang="zh-CN" altLang="en-US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198" name="文本框 197">
                      <a:extLst>
                        <a:ext uri="{FF2B5EF4-FFF2-40B4-BE49-F238E27FC236}">
                          <a16:creationId xmlns:a16="http://schemas.microsoft.com/office/drawing/2014/main" id="{C29FB626-A061-4ADE-84CC-FDEF28D0F4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49204" y="4808073"/>
                      <a:ext cx="1152000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10000" r="-4233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28B150CF-BA04-4985-A695-2929EBA83EEA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3862975" y="2867988"/>
                  <a:chExt cx="1764000" cy="1952872"/>
                </a:xfrm>
              </p:grpSpPr>
              <p:grpSp>
                <p:nvGrpSpPr>
                  <p:cNvPr id="490" name="组合 489">
                    <a:extLst>
                      <a:ext uri="{FF2B5EF4-FFF2-40B4-BE49-F238E27FC236}">
                        <a16:creationId xmlns:a16="http://schemas.microsoft.com/office/drawing/2014/main" id="{43BEA849-9D31-4D3E-8ACE-A819D28ABEF8}"/>
                      </a:ext>
                    </a:extLst>
                  </p:cNvPr>
                  <p:cNvGrpSpPr/>
                  <p:nvPr/>
                </p:nvGrpSpPr>
                <p:grpSpPr>
                  <a:xfrm>
                    <a:off x="3862975" y="2867988"/>
                    <a:ext cx="1764000" cy="1952872"/>
                    <a:chOff x="4023707" y="2901877"/>
                    <a:chExt cx="1764000" cy="1952872"/>
                  </a:xfrm>
                </p:grpSpPr>
                <p:sp>
                  <p:nvSpPr>
                    <p:cNvPr id="320" name="Rounded Rectangle 6">
                      <a:extLst>
                        <a:ext uri="{FF2B5EF4-FFF2-40B4-BE49-F238E27FC236}">
                          <a16:creationId xmlns:a16="http://schemas.microsoft.com/office/drawing/2014/main" id="{9008B025-7196-457D-80FA-D26D7FBF6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04144" y="2946749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DD8452">
                        <a:alpha val="5098"/>
                      </a:srgbClr>
                    </a:solidFill>
                    <a:ln w="9525">
                      <a:solidFill>
                        <a:srgbClr val="DD845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31" name="组合 30">
                      <a:extLst>
                        <a:ext uri="{FF2B5EF4-FFF2-40B4-BE49-F238E27FC236}">
                          <a16:creationId xmlns:a16="http://schemas.microsoft.com/office/drawing/2014/main" id="{3313072C-05A3-4326-9CF0-CC8D67FED4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70666" y="3024780"/>
                      <a:ext cx="488265" cy="412025"/>
                      <a:chOff x="6337606" y="3882161"/>
                      <a:chExt cx="449433" cy="379256"/>
                    </a:xfrm>
                  </p:grpSpPr>
                  <p:cxnSp>
                    <p:nvCxnSpPr>
                      <p:cNvPr id="175" name="直接连接符 174">
                        <a:extLst>
                          <a:ext uri="{FF2B5EF4-FFF2-40B4-BE49-F238E27FC236}">
                            <a16:creationId xmlns:a16="http://schemas.microsoft.com/office/drawing/2014/main" id="{7BA20E06-4E16-484D-8796-D656F3F8330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337606" y="3882161"/>
                        <a:ext cx="432000" cy="1"/>
                      </a:xfrm>
                      <a:prstGeom prst="line">
                        <a:avLst/>
                      </a:prstGeom>
                      <a:ln w="19050">
                        <a:solidFill>
                          <a:srgbClr val="DD8452"/>
                        </a:solidFill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6" name="直接连接符 175">
                        <a:extLst>
                          <a:ext uri="{FF2B5EF4-FFF2-40B4-BE49-F238E27FC236}">
                            <a16:creationId xmlns:a16="http://schemas.microsoft.com/office/drawing/2014/main" id="{FA253F19-8A4F-4566-A6AD-1D807B76268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21355" y="4261417"/>
                        <a:ext cx="165684" cy="0"/>
                      </a:xfrm>
                      <a:prstGeom prst="line">
                        <a:avLst/>
                      </a:prstGeom>
                      <a:ln w="19050">
                        <a:solidFill>
                          <a:srgbClr val="DD8452"/>
                        </a:solidFill>
                        <a:prstDash val="sys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18" name="文本框 317">
                      <a:extLst>
                        <a:ext uri="{FF2B5EF4-FFF2-40B4-BE49-F238E27FC236}">
                          <a16:creationId xmlns:a16="http://schemas.microsoft.com/office/drawing/2014/main" id="{965F2099-DFB4-4A4A-903A-04B7713393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3707" y="3771378"/>
                      <a:ext cx="1764000" cy="10590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 difference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dirty="0" err="1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baseline="-25000" dirty="0" err="1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dirty="0">
                          <a:solidFill>
                            <a:srgbClr val="DD84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pic>
                  <p:nvPicPr>
                    <p:cNvPr id="341" name="图形 340">
                      <a:extLst>
                        <a:ext uri="{FF2B5EF4-FFF2-40B4-BE49-F238E27FC236}">
                          <a16:creationId xmlns:a16="http://schemas.microsoft.com/office/drawing/2014/main" id="{A7DF45B6-2911-4EC1-B6FB-443742E9874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rcRect r="14485"/>
                    <a:stretch/>
                  </p:blipFill>
                  <p:spPr>
                    <a:xfrm>
                      <a:off x="4354242" y="2901877"/>
                      <a:ext cx="967331" cy="934742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4" name="直接箭头连接符 3">
                    <a:extLst>
                      <a:ext uri="{FF2B5EF4-FFF2-40B4-BE49-F238E27FC236}">
                        <a16:creationId xmlns:a16="http://schemas.microsoft.com/office/drawing/2014/main" id="{7BA809C6-85F5-42B9-854B-7D64EA20C116}"/>
                      </a:ext>
                    </a:extLst>
                  </p:cNvPr>
                  <p:cNvCxnSpPr/>
                  <p:nvPr/>
                </p:nvCxnSpPr>
                <p:spPr>
                  <a:xfrm>
                    <a:off x="4919186" y="3015213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DD845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C14C9E01-B0CD-4D9F-84A1-1243CD79D224}"/>
                    </a:ext>
                  </a:extLst>
                </p:cNvPr>
                <p:cNvGrpSpPr/>
                <p:nvPr/>
              </p:nvGrpSpPr>
              <p:grpSpPr>
                <a:xfrm>
                  <a:off x="3827886" y="12058"/>
                  <a:ext cx="1794615" cy="1909403"/>
                  <a:chOff x="3827886" y="12058"/>
                  <a:chExt cx="1794615" cy="1909403"/>
                </a:xfrm>
              </p:grpSpPr>
              <p:sp>
                <p:nvSpPr>
                  <p:cNvPr id="238" name="文本框 237">
                    <a:extLst>
                      <a:ext uri="{FF2B5EF4-FFF2-40B4-BE49-F238E27FC236}">
                        <a16:creationId xmlns:a16="http://schemas.microsoft.com/office/drawing/2014/main" id="{D0F5A15F-6E63-4508-82B7-466BB0BABE73}"/>
                      </a:ext>
                    </a:extLst>
                  </p:cNvPr>
                  <p:cNvSpPr txBox="1"/>
                  <p:nvPr/>
                </p:nvSpPr>
                <p:spPr>
                  <a:xfrm>
                    <a:off x="3827886" y="849492"/>
                    <a:ext cx="1794615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BFA7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 difference (</a:t>
                    </a:r>
                    <a:r>
                      <a:rPr lang="en-US" altLang="zh-CN" dirty="0" err="1">
                        <a:solidFill>
                          <a:srgbClr val="BFA7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baseline="-25000" dirty="0" err="1">
                        <a:solidFill>
                          <a:srgbClr val="BFA7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BFA7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grpSp>
                <p:nvGrpSpPr>
                  <p:cNvPr id="50" name="组合 49">
                    <a:extLst>
                      <a:ext uri="{FF2B5EF4-FFF2-40B4-BE49-F238E27FC236}">
                        <a16:creationId xmlns:a16="http://schemas.microsoft.com/office/drawing/2014/main" id="{F3C93BC1-6F81-45F2-9140-5A41D1E6AB1B}"/>
                      </a:ext>
                    </a:extLst>
                  </p:cNvPr>
                  <p:cNvGrpSpPr/>
                  <p:nvPr/>
                </p:nvGrpSpPr>
                <p:grpSpPr>
                  <a:xfrm>
                    <a:off x="3926390" y="12058"/>
                    <a:ext cx="1604833" cy="1909403"/>
                    <a:chOff x="3926390" y="12058"/>
                    <a:chExt cx="1604833" cy="1909403"/>
                  </a:xfrm>
                </p:grpSpPr>
                <p:cxnSp>
                  <p:nvCxnSpPr>
                    <p:cNvPr id="275" name="直接连接符 274">
                      <a:extLst>
                        <a:ext uri="{FF2B5EF4-FFF2-40B4-BE49-F238E27FC236}">
                          <a16:creationId xmlns:a16="http://schemas.microsoft.com/office/drawing/2014/main" id="{8DD74EFC-9CEF-47E1-AA72-0CB5163521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518947" y="64379"/>
                      <a:ext cx="540000" cy="885"/>
                    </a:xfrm>
                    <a:prstGeom prst="line">
                      <a:avLst/>
                    </a:prstGeom>
                    <a:ln w="19050">
                      <a:solidFill>
                        <a:srgbClr val="CCB974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" name="直接箭头连接符 275">
                      <a:extLst>
                        <a:ext uri="{FF2B5EF4-FFF2-40B4-BE49-F238E27FC236}">
                          <a16:creationId xmlns:a16="http://schemas.microsoft.com/office/drawing/2014/main" id="{0DE5BD26-881A-4AA1-B64D-A4111CF98D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40908" y="126455"/>
                      <a:ext cx="0" cy="360000"/>
                    </a:xfrm>
                    <a:prstGeom prst="straightConnector1">
                      <a:avLst/>
                    </a:prstGeom>
                    <a:ln w="19050">
                      <a:solidFill>
                        <a:srgbClr val="BFA751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7" name="Rounded Rectangle 6">
                      <a:extLst>
                        <a:ext uri="{FF2B5EF4-FFF2-40B4-BE49-F238E27FC236}">
                          <a16:creationId xmlns:a16="http://schemas.microsoft.com/office/drawing/2014/main" id="{B8DC837F-8B3A-473C-B5DD-3A827B7B1F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26390" y="13461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CCB974">
                        <a:alpha val="5098"/>
                      </a:srgbClr>
                    </a:solidFill>
                    <a:ln w="9525">
                      <a:solidFill>
                        <a:srgbClr val="CCB97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74" name="直接连接符 273">
                      <a:extLst>
                        <a:ext uri="{FF2B5EF4-FFF2-40B4-BE49-F238E27FC236}">
                          <a16:creationId xmlns:a16="http://schemas.microsoft.com/office/drawing/2014/main" id="{5F630977-EECA-4827-9C36-1A2D26B884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62546" y="517303"/>
                      <a:ext cx="396000" cy="0"/>
                    </a:xfrm>
                    <a:prstGeom prst="line">
                      <a:avLst/>
                    </a:prstGeom>
                    <a:ln w="19050">
                      <a:solidFill>
                        <a:srgbClr val="CCB974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组合 48">
                      <a:extLst>
                        <a:ext uri="{FF2B5EF4-FFF2-40B4-BE49-F238E27FC236}">
                          <a16:creationId xmlns:a16="http://schemas.microsoft.com/office/drawing/2014/main" id="{18FE0069-BFCB-4568-8FCC-594EC2846A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58754" y="298157"/>
                      <a:ext cx="320699" cy="792926"/>
                      <a:chOff x="4258754" y="268661"/>
                      <a:chExt cx="320699" cy="792926"/>
                    </a:xfrm>
                  </p:grpSpPr>
                  <p:pic>
                    <p:nvPicPr>
                      <p:cNvPr id="277" name="图形 276" descr="三叶草">
                        <a:extLst>
                          <a:ext uri="{FF2B5EF4-FFF2-40B4-BE49-F238E27FC236}">
                            <a16:creationId xmlns:a16="http://schemas.microsoft.com/office/drawing/2014/main" id="{F1D55F40-83AE-408E-8E8A-C16A1E65458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rcRect t="55017" r="59041"/>
                      <a:stretch/>
                    </p:blipFill>
                    <p:spPr>
                      <a:xfrm rot="21247962">
                        <a:off x="4258754" y="268661"/>
                        <a:ext cx="271444" cy="7929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78" name="图形 277" descr="鲜花">
                        <a:extLst>
                          <a:ext uri="{FF2B5EF4-FFF2-40B4-BE49-F238E27FC236}">
                            <a16:creationId xmlns:a16="http://schemas.microsoft.com/office/drawing/2014/main" id="{4F6C0C81-2D0E-49AD-9774-87A9A717555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rcRect t="57338"/>
                      <a:stretch/>
                    </p:blipFill>
                    <p:spPr>
                      <a:xfrm>
                        <a:off x="4347861" y="363745"/>
                        <a:ext cx="231592" cy="98802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85" name="图形 284" descr="盆花">
                      <a:extLst>
                        <a:ext uri="{FF2B5EF4-FFF2-40B4-BE49-F238E27FC236}">
                          <a16:creationId xmlns:a16="http://schemas.microsoft.com/office/drawing/2014/main" id="{EEA023D9-0A79-4E19-BFC2-E465092A4C7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rcRect l="25816" t="53728" r="21971" b="37594"/>
                    <a:stretch/>
                  </p:blipFill>
                  <p:spPr>
                    <a:xfrm>
                      <a:off x="4228265" y="821600"/>
                      <a:ext cx="969509" cy="11499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9" name="图形 238" descr="无茎花朵">
                      <a:extLst>
                        <a:ext uri="{FF2B5EF4-FFF2-40B4-BE49-F238E27FC236}">
                          <a16:creationId xmlns:a16="http://schemas.microsoft.com/office/drawing/2014/main" id="{46296AB7-A393-427D-9F25-E899AD8C199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4262622" y="12058"/>
                      <a:ext cx="426720" cy="42672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43" name="组合 42">
                  <a:extLst>
                    <a:ext uri="{FF2B5EF4-FFF2-40B4-BE49-F238E27FC236}">
                      <a16:creationId xmlns:a16="http://schemas.microsoft.com/office/drawing/2014/main" id="{861B5BAD-2747-48C3-A112-3D05485F7C5C}"/>
                    </a:ext>
                  </a:extLst>
                </p:cNvPr>
                <p:cNvGrpSpPr/>
                <p:nvPr/>
              </p:nvGrpSpPr>
              <p:grpSpPr>
                <a:xfrm>
                  <a:off x="1367415" y="-2586"/>
                  <a:ext cx="1794615" cy="1908000"/>
                  <a:chOff x="1367415" y="-2586"/>
                  <a:chExt cx="1794615" cy="1908000"/>
                </a:xfrm>
              </p:grpSpPr>
              <p:grpSp>
                <p:nvGrpSpPr>
                  <p:cNvPr id="82" name="组合 81">
                    <a:extLst>
                      <a:ext uri="{FF2B5EF4-FFF2-40B4-BE49-F238E27FC236}">
                        <a16:creationId xmlns:a16="http://schemas.microsoft.com/office/drawing/2014/main" id="{8F83F0D4-851C-459C-A101-C2799A9CACAA}"/>
                      </a:ext>
                    </a:extLst>
                  </p:cNvPr>
                  <p:cNvGrpSpPr/>
                  <p:nvPr/>
                </p:nvGrpSpPr>
                <p:grpSpPr>
                  <a:xfrm>
                    <a:off x="1367415" y="-2586"/>
                    <a:ext cx="1794615" cy="1908000"/>
                    <a:chOff x="1869455" y="-4325"/>
                    <a:chExt cx="1794615" cy="1908000"/>
                  </a:xfrm>
                </p:grpSpPr>
                <p:sp>
                  <p:nvSpPr>
                    <p:cNvPr id="114" name="Rounded Rectangle 6">
                      <a:extLst>
                        <a:ext uri="{FF2B5EF4-FFF2-40B4-BE49-F238E27FC236}">
                          <a16:creationId xmlns:a16="http://schemas.microsoft.com/office/drawing/2014/main" id="{CBF1B6D7-DC1A-4810-8BE8-E463085DF8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14865" y="-4325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55A868">
                        <a:alpha val="5098"/>
                      </a:srgbClr>
                    </a:solidFill>
                    <a:ln w="9525">
                      <a:solidFill>
                        <a:srgbClr val="55A86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文本框 116">
                      <a:extLst>
                        <a:ext uri="{FF2B5EF4-FFF2-40B4-BE49-F238E27FC236}">
                          <a16:creationId xmlns:a16="http://schemas.microsoft.com/office/drawing/2014/main" id="{B41DE2D7-23E7-4D48-B962-4AFB436BE6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69455" y="843191"/>
                      <a:ext cx="1794615" cy="10590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55A86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Phylogenetic  difference (</a:t>
                      </a:r>
                      <a:r>
                        <a:rPr lang="en-US" altLang="zh-CN" dirty="0" err="1">
                          <a:solidFill>
                            <a:srgbClr val="55A86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MPD</a:t>
                      </a:r>
                      <a:r>
                        <a:rPr lang="en-US" altLang="zh-CN" baseline="-25000" dirty="0" err="1">
                          <a:solidFill>
                            <a:srgbClr val="55A86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dirty="0">
                          <a:solidFill>
                            <a:srgbClr val="55A86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grpSp>
                  <p:nvGrpSpPr>
                    <p:cNvPr id="119" name="组合 118">
                      <a:extLst>
                        <a:ext uri="{FF2B5EF4-FFF2-40B4-BE49-F238E27FC236}">
                          <a16:creationId xmlns:a16="http://schemas.microsoft.com/office/drawing/2014/main" id="{B6E008F0-677A-462E-966F-0B3020C73C5D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2434220" y="-89052"/>
                      <a:ext cx="587658" cy="800265"/>
                      <a:chOff x="2295465" y="3756769"/>
                      <a:chExt cx="695145" cy="800265"/>
                    </a:xfrm>
                  </p:grpSpPr>
                  <p:cxnSp>
                    <p:nvCxnSpPr>
                      <p:cNvPr id="120" name="直接连接符 119">
                        <a:extLst>
                          <a:ext uri="{FF2B5EF4-FFF2-40B4-BE49-F238E27FC236}">
                            <a16:creationId xmlns:a16="http://schemas.microsoft.com/office/drawing/2014/main" id="{EEEA72B3-E777-4D13-AB95-547AD6B1520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295465" y="4222991"/>
                        <a:ext cx="170339" cy="0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直接连接符 120">
                        <a:extLst>
                          <a:ext uri="{FF2B5EF4-FFF2-40B4-BE49-F238E27FC236}">
                            <a16:creationId xmlns:a16="http://schemas.microsoft.com/office/drawing/2014/main" id="{325FE04F-5D65-4C40-81B8-16E1538FC7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476497" y="3970867"/>
                        <a:ext cx="161673" cy="0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直接连接符 121">
                        <a:extLst>
                          <a:ext uri="{FF2B5EF4-FFF2-40B4-BE49-F238E27FC236}">
                            <a16:creationId xmlns:a16="http://schemas.microsoft.com/office/drawing/2014/main" id="{93B326DC-18E8-4C5D-B984-B0126EB918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641929" y="3756769"/>
                        <a:ext cx="3312" cy="432000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直接连接符 122">
                        <a:extLst>
                          <a:ext uri="{FF2B5EF4-FFF2-40B4-BE49-F238E27FC236}">
                            <a16:creationId xmlns:a16="http://schemas.microsoft.com/office/drawing/2014/main" id="{3F6C04E1-CEE8-4A19-9CA5-914957A3395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644737" y="3764955"/>
                        <a:ext cx="317182" cy="4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直接连接符 123">
                        <a:extLst>
                          <a:ext uri="{FF2B5EF4-FFF2-40B4-BE49-F238E27FC236}">
                            <a16:creationId xmlns:a16="http://schemas.microsoft.com/office/drawing/2014/main" id="{935E0DA0-DEEC-4F92-B4E0-A2DC2B7D139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646208" y="4184116"/>
                        <a:ext cx="317182" cy="4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直接连接符 124">
                        <a:extLst>
                          <a:ext uri="{FF2B5EF4-FFF2-40B4-BE49-F238E27FC236}">
                            <a16:creationId xmlns:a16="http://schemas.microsoft.com/office/drawing/2014/main" id="{767F570B-059D-4A76-933B-334718D3C41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462306" y="4548751"/>
                        <a:ext cx="528304" cy="1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直接连接符 125">
                        <a:extLst>
                          <a:ext uri="{FF2B5EF4-FFF2-40B4-BE49-F238E27FC236}">
                            <a16:creationId xmlns:a16="http://schemas.microsoft.com/office/drawing/2014/main" id="{41837C97-419C-4219-8342-E082BDC314A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471057" y="3963034"/>
                        <a:ext cx="1885" cy="594000"/>
                      </a:xfrm>
                      <a:prstGeom prst="line">
                        <a:avLst/>
                      </a:prstGeom>
                      <a:ln w="19050">
                        <a:solidFill>
                          <a:srgbClr val="55A868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8" name="直接箭头连接符 107">
                      <a:extLst>
                        <a:ext uri="{FF2B5EF4-FFF2-40B4-BE49-F238E27FC236}">
                          <a16:creationId xmlns:a16="http://schemas.microsoft.com/office/drawing/2014/main" id="{C58F51C6-FDB1-491A-9C26-51FB0F74D2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2911591" y="370576"/>
                      <a:ext cx="0" cy="360000"/>
                    </a:xfrm>
                    <a:prstGeom prst="straightConnector1">
                      <a:avLst/>
                    </a:prstGeom>
                    <a:ln w="19050">
                      <a:solidFill>
                        <a:srgbClr val="55A868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222" name="图形 221" descr="无茎花朵">
                    <a:extLst>
                      <a:ext uri="{FF2B5EF4-FFF2-40B4-BE49-F238E27FC236}">
                        <a16:creationId xmlns:a16="http://schemas.microsoft.com/office/drawing/2014/main" id="{A0C453BC-A1F1-45AF-A2C6-065B455054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1621479" y="580458"/>
                    <a:ext cx="426720" cy="42672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47" name="图形 246">
                  <a:extLst>
                    <a:ext uri="{FF2B5EF4-FFF2-40B4-BE49-F238E27FC236}">
                      <a16:creationId xmlns:a16="http://schemas.microsoft.com/office/drawing/2014/main" id="{76F50FE5-C490-43E9-B28C-68B664F28C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rcRect l="19737" t="19759" r="19394" b="26498"/>
                <a:stretch/>
              </p:blipFill>
              <p:spPr>
                <a:xfrm>
                  <a:off x="2423165" y="3282051"/>
                  <a:ext cx="352647" cy="374051"/>
                </a:xfrm>
                <a:prstGeom prst="rect">
                  <a:avLst/>
                </a:prstGeom>
              </p:spPr>
            </p:pic>
            <p:pic>
              <p:nvPicPr>
                <p:cNvPr id="248" name="图形 247" descr="无茎花朵">
                  <a:extLst>
                    <a:ext uri="{FF2B5EF4-FFF2-40B4-BE49-F238E27FC236}">
                      <a16:creationId xmlns:a16="http://schemas.microsoft.com/office/drawing/2014/main" id="{11D2F053-402B-40C0-9212-4B4B04F603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055412" y="2938261"/>
                  <a:ext cx="426720" cy="426720"/>
                </a:xfrm>
                <a:prstGeom prst="rect">
                  <a:avLst/>
                </a:prstGeom>
              </p:spPr>
            </p:pic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F7699F9D-9F82-47C2-AEE6-59C12FE24C8F}"/>
                    </a:ext>
                  </a:extLst>
                </p:cNvPr>
                <p:cNvGrpSpPr/>
                <p:nvPr/>
              </p:nvGrpSpPr>
              <p:grpSpPr>
                <a:xfrm>
                  <a:off x="2620506" y="5894654"/>
                  <a:ext cx="1794615" cy="1940786"/>
                  <a:chOff x="2620506" y="5894654"/>
                  <a:chExt cx="1794615" cy="1940786"/>
                </a:xfrm>
              </p:grpSpPr>
              <p:grpSp>
                <p:nvGrpSpPr>
                  <p:cNvPr id="205" name="组合 204">
                    <a:extLst>
                      <a:ext uri="{FF2B5EF4-FFF2-40B4-BE49-F238E27FC236}">
                        <a16:creationId xmlns:a16="http://schemas.microsoft.com/office/drawing/2014/main" id="{4E7BA054-A6B7-462D-9D2D-F0578CEBAC05}"/>
                      </a:ext>
                    </a:extLst>
                  </p:cNvPr>
                  <p:cNvGrpSpPr/>
                  <p:nvPr/>
                </p:nvGrpSpPr>
                <p:grpSpPr>
                  <a:xfrm>
                    <a:off x="3266699" y="6195312"/>
                    <a:ext cx="318310" cy="781628"/>
                    <a:chOff x="992031" y="5159393"/>
                    <a:chExt cx="322911" cy="792926"/>
                  </a:xfrm>
                </p:grpSpPr>
                <p:pic>
                  <p:nvPicPr>
                    <p:cNvPr id="224" name="图形 223" descr="鲜花">
                      <a:extLst>
                        <a:ext uri="{FF2B5EF4-FFF2-40B4-BE49-F238E27FC236}">
                          <a16:creationId xmlns:a16="http://schemas.microsoft.com/office/drawing/2014/main" id="{F1F3E8F0-0214-44CC-810B-E52A5DEE56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t="57338"/>
                    <a:stretch/>
                  </p:blipFill>
                  <p:spPr>
                    <a:xfrm>
                      <a:off x="1083350" y="5237629"/>
                      <a:ext cx="231592" cy="988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7" name="图形 226" descr="三叶草">
                      <a:extLst>
                        <a:ext uri="{FF2B5EF4-FFF2-40B4-BE49-F238E27FC236}">
                          <a16:creationId xmlns:a16="http://schemas.microsoft.com/office/drawing/2014/main" id="{203AB74B-B463-4FB6-907D-86AD4B29F7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 t="55017" r="59041"/>
                    <a:stretch/>
                  </p:blipFill>
                  <p:spPr>
                    <a:xfrm rot="21247962">
                      <a:off x="992031" y="5159393"/>
                      <a:ext cx="271444" cy="79292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9" name="组合 208">
                    <a:extLst>
                      <a:ext uri="{FF2B5EF4-FFF2-40B4-BE49-F238E27FC236}">
                        <a16:creationId xmlns:a16="http://schemas.microsoft.com/office/drawing/2014/main" id="{FCD856FA-58C2-409E-AC9E-21CB3B047E02}"/>
                      </a:ext>
                    </a:extLst>
                  </p:cNvPr>
                  <p:cNvGrpSpPr/>
                  <p:nvPr/>
                </p:nvGrpSpPr>
                <p:grpSpPr>
                  <a:xfrm>
                    <a:off x="3089452" y="6256861"/>
                    <a:ext cx="263931" cy="648098"/>
                    <a:chOff x="992032" y="5159393"/>
                    <a:chExt cx="322910" cy="792926"/>
                  </a:xfrm>
                </p:grpSpPr>
                <p:pic>
                  <p:nvPicPr>
                    <p:cNvPr id="218" name="图形 217" descr="鲜花">
                      <a:extLst>
                        <a:ext uri="{FF2B5EF4-FFF2-40B4-BE49-F238E27FC236}">
                          <a16:creationId xmlns:a16="http://schemas.microsoft.com/office/drawing/2014/main" id="{E67DF5B0-FB6E-46CD-96FB-D9C56134E5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t="57338"/>
                    <a:stretch/>
                  </p:blipFill>
                  <p:spPr>
                    <a:xfrm>
                      <a:off x="1083350" y="5237629"/>
                      <a:ext cx="231592" cy="988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3" name="图形 222" descr="三叶草">
                      <a:extLst>
                        <a:ext uri="{FF2B5EF4-FFF2-40B4-BE49-F238E27FC236}">
                          <a16:creationId xmlns:a16="http://schemas.microsoft.com/office/drawing/2014/main" id="{1C91FA55-16D7-4A92-9BA0-0CF901A8B80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 t="55017" r="59041"/>
                    <a:stretch/>
                  </p:blipFill>
                  <p:spPr>
                    <a:xfrm rot="21247962">
                      <a:off x="992032" y="5159393"/>
                      <a:ext cx="271444" cy="79292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10" name="组合 209">
                    <a:extLst>
                      <a:ext uri="{FF2B5EF4-FFF2-40B4-BE49-F238E27FC236}">
                        <a16:creationId xmlns:a16="http://schemas.microsoft.com/office/drawing/2014/main" id="{B33B09DF-D136-4F99-A46B-C89E7B32CE0F}"/>
                      </a:ext>
                    </a:extLst>
                  </p:cNvPr>
                  <p:cNvGrpSpPr/>
                  <p:nvPr/>
                </p:nvGrpSpPr>
                <p:grpSpPr>
                  <a:xfrm>
                    <a:off x="3509710" y="6228272"/>
                    <a:ext cx="285065" cy="699992"/>
                    <a:chOff x="992031" y="5159393"/>
                    <a:chExt cx="322911" cy="792926"/>
                  </a:xfrm>
                </p:grpSpPr>
                <p:pic>
                  <p:nvPicPr>
                    <p:cNvPr id="215" name="图形 214" descr="鲜花">
                      <a:extLst>
                        <a:ext uri="{FF2B5EF4-FFF2-40B4-BE49-F238E27FC236}">
                          <a16:creationId xmlns:a16="http://schemas.microsoft.com/office/drawing/2014/main" id="{54D40126-A4CA-42B4-AA03-E410049D125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t="57338"/>
                    <a:stretch/>
                  </p:blipFill>
                  <p:spPr>
                    <a:xfrm>
                      <a:off x="1083350" y="5237629"/>
                      <a:ext cx="231592" cy="988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7" name="图形 216" descr="三叶草">
                      <a:extLst>
                        <a:ext uri="{FF2B5EF4-FFF2-40B4-BE49-F238E27FC236}">
                          <a16:creationId xmlns:a16="http://schemas.microsoft.com/office/drawing/2014/main" id="{9382C353-5F5F-421A-85A0-A74831B101D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 t="55017" r="59041"/>
                    <a:stretch/>
                  </p:blipFill>
                  <p:spPr>
                    <a:xfrm rot="21247962">
                      <a:off x="992031" y="5159393"/>
                      <a:ext cx="271444" cy="792926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12" name="图形 211" descr="盆花">
                    <a:extLst>
                      <a:ext uri="{FF2B5EF4-FFF2-40B4-BE49-F238E27FC236}">
                        <a16:creationId xmlns:a16="http://schemas.microsoft.com/office/drawing/2014/main" id="{B2EE650B-AE1C-445A-8117-9A61BFA73D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 l="25816" t="53728" r="21971" b="37594"/>
                  <a:stretch/>
                </p:blipFill>
                <p:spPr>
                  <a:xfrm>
                    <a:off x="3033060" y="6724711"/>
                    <a:ext cx="969509" cy="114998"/>
                  </a:xfrm>
                  <a:prstGeom prst="rect">
                    <a:avLst/>
                  </a:prstGeom>
                </p:spPr>
              </p:pic>
              <p:grpSp>
                <p:nvGrpSpPr>
                  <p:cNvPr id="33" name="组合 32">
                    <a:extLst>
                      <a:ext uri="{FF2B5EF4-FFF2-40B4-BE49-F238E27FC236}">
                        <a16:creationId xmlns:a16="http://schemas.microsoft.com/office/drawing/2014/main" id="{58B0F1BE-1E0E-4041-86CB-C9244C6F5EE5}"/>
                      </a:ext>
                    </a:extLst>
                  </p:cNvPr>
                  <p:cNvGrpSpPr/>
                  <p:nvPr/>
                </p:nvGrpSpPr>
                <p:grpSpPr>
                  <a:xfrm>
                    <a:off x="2620506" y="5927440"/>
                    <a:ext cx="1794615" cy="1908000"/>
                    <a:chOff x="2689204" y="4845642"/>
                    <a:chExt cx="1794615" cy="1908000"/>
                  </a:xfrm>
                </p:grpSpPr>
                <p:sp>
                  <p:nvSpPr>
                    <p:cNvPr id="333" name="Rounded Rectangle 6">
                      <a:extLst>
                        <a:ext uri="{FF2B5EF4-FFF2-40B4-BE49-F238E27FC236}">
                          <a16:creationId xmlns:a16="http://schemas.microsoft.com/office/drawing/2014/main" id="{84F2BCED-F271-4BF5-901C-9207FE6C31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7318" y="4845642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1E908C">
                        <a:alpha val="5098"/>
                      </a:srgbClr>
                    </a:solidFill>
                    <a:ln w="9525">
                      <a:solidFill>
                        <a:srgbClr val="1E908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9" name="文本框 338">
                      <a:extLst>
                        <a:ext uri="{FF2B5EF4-FFF2-40B4-BE49-F238E27FC236}">
                          <a16:creationId xmlns:a16="http://schemas.microsoft.com/office/drawing/2014/main" id="{10652DAB-9167-4DD8-A6FC-F424223A50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89204" y="5661093"/>
                      <a:ext cx="1794615" cy="7266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83" name="文本框 182">
                        <a:extLst>
                          <a:ext uri="{FF2B5EF4-FFF2-40B4-BE49-F238E27FC236}">
                            <a16:creationId xmlns:a16="http://schemas.microsoft.com/office/drawing/2014/main" id="{DA612497-E5B8-4837-B019-C25F8591495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10260" y="7415640"/>
                        <a:ext cx="115200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i="1" smtClean="0">
                                    <a:solidFill>
                                      <a:srgbClr val="1E908C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1E908C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rgbClr val="1E908C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1E908C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a14:m>
                        <a:r>
                          <a:rPr lang="en-US" altLang="zh-CN" dirty="0">
                            <a:solidFill>
                              <a:srgbClr val="1E908C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= 0.26</a:t>
                        </a:r>
                        <a:endParaRPr lang="zh-CN" altLang="en-US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83" name="文本框 182">
                        <a:extLst>
                          <a:ext uri="{FF2B5EF4-FFF2-40B4-BE49-F238E27FC236}">
                            <a16:creationId xmlns:a16="http://schemas.microsoft.com/office/drawing/2014/main" id="{DA612497-E5B8-4837-B019-C25F8591495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10260" y="7415640"/>
                        <a:ext cx="1152000" cy="369332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t="-8197" r="-4762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249" name="图形 248" descr="无茎花朵">
                    <a:extLst>
                      <a:ext uri="{FF2B5EF4-FFF2-40B4-BE49-F238E27FC236}">
                        <a16:creationId xmlns:a16="http://schemas.microsoft.com/office/drawing/2014/main" id="{AF087A7B-4ABE-4A13-8D27-BCDE58BE33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3269396" y="5894654"/>
                    <a:ext cx="426720" cy="426720"/>
                  </a:xfrm>
                  <a:prstGeom prst="rect">
                    <a:avLst/>
                  </a:prstGeom>
                </p:spPr>
              </p:pic>
              <p:pic>
                <p:nvPicPr>
                  <p:cNvPr id="253" name="图形 252" descr="无茎花朵">
                    <a:extLst>
                      <a:ext uri="{FF2B5EF4-FFF2-40B4-BE49-F238E27FC236}">
                        <a16:creationId xmlns:a16="http://schemas.microsoft.com/office/drawing/2014/main" id="{0748FF7E-C9D3-4FBF-8A5E-BC4266B3D3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3125876" y="6053269"/>
                    <a:ext cx="289139" cy="289139"/>
                  </a:xfrm>
                  <a:prstGeom prst="rect">
                    <a:avLst/>
                  </a:prstGeom>
                </p:spPr>
              </p:pic>
              <p:pic>
                <p:nvPicPr>
                  <p:cNvPr id="254" name="图形 253" descr="无茎花朵">
                    <a:extLst>
                      <a:ext uri="{FF2B5EF4-FFF2-40B4-BE49-F238E27FC236}">
                        <a16:creationId xmlns:a16="http://schemas.microsoft.com/office/drawing/2014/main" id="{3A9835D4-B855-4EDE-B16B-4C137D76D8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3557871" y="6027968"/>
                    <a:ext cx="289139" cy="289139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AD756F7-13ED-4D8F-BF60-26816934FAB7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3589" y="563488"/>
              <a:ext cx="345600" cy="374400"/>
            </a:xfrm>
            <a:prstGeom prst="rect">
              <a:avLst/>
            </a:prstGeom>
            <a:noFill/>
          </p:spPr>
        </p:pic>
        <p:pic>
          <p:nvPicPr>
            <p:cNvPr id="260" name="图片 259">
              <a:extLst>
                <a:ext uri="{FF2B5EF4-FFF2-40B4-BE49-F238E27FC236}">
                  <a16:creationId xmlns:a16="http://schemas.microsoft.com/office/drawing/2014/main" id="{F1BB93F8-20F0-4361-94E6-3ADA70C635E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9808" y="569610"/>
              <a:ext cx="345600" cy="374400"/>
            </a:xfrm>
            <a:prstGeom prst="rect">
              <a:avLst/>
            </a:prstGeom>
            <a:noFill/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8B015-D91F-4563-9AD6-B948DA3311DB}"/>
              </a:ext>
            </a:extLst>
          </p:cNvPr>
          <p:cNvGrpSpPr/>
          <p:nvPr/>
        </p:nvGrpSpPr>
        <p:grpSpPr>
          <a:xfrm>
            <a:off x="6861279" y="-930"/>
            <a:ext cx="5116479" cy="8259099"/>
            <a:chOff x="6861279" y="-930"/>
            <a:chExt cx="5116479" cy="825909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638841-80D8-417C-B631-14B537704873}"/>
                </a:ext>
              </a:extLst>
            </p:cNvPr>
            <p:cNvGrpSpPr/>
            <p:nvPr/>
          </p:nvGrpSpPr>
          <p:grpSpPr>
            <a:xfrm>
              <a:off x="6861279" y="-930"/>
              <a:ext cx="5116479" cy="8259099"/>
              <a:chOff x="6861279" y="-930"/>
              <a:chExt cx="5116479" cy="8259099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A9F143A-F887-4570-9FB1-FFA7F9530925}"/>
                  </a:ext>
                </a:extLst>
              </p:cNvPr>
              <p:cNvGrpSpPr/>
              <p:nvPr/>
            </p:nvGrpSpPr>
            <p:grpSpPr>
              <a:xfrm>
                <a:off x="10123044" y="307743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6" name="图形 295" descr="三叶草">
                  <a:extLst>
                    <a:ext uri="{FF2B5EF4-FFF2-40B4-BE49-F238E27FC236}">
                      <a16:creationId xmlns:a16="http://schemas.microsoft.com/office/drawing/2014/main" id="{18C4E0EA-6140-4B8F-91D0-C39D30C0F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297" name="图形 296" descr="鲜花">
                  <a:extLst>
                    <a:ext uri="{FF2B5EF4-FFF2-40B4-BE49-F238E27FC236}">
                      <a16:creationId xmlns:a16="http://schemas.microsoft.com/office/drawing/2014/main" id="{CA820BE7-DE5C-45A9-9403-D54B84C4E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392573" y="-930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371164" y="2952747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37699" y="1052334"/>
                <a:ext cx="792000" cy="2296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9083875" y="636206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0.15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347159" y="87501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911928" y="-67650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389299" y="391978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30956" y="3606533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9116076" y="3563972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0.30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284520" y="378570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4272" y="1978917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4659" y="1947719"/>
                <a:ext cx="5155" cy="972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198782" y="2273908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591436" y="2225821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0.06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834" y="4915158"/>
                <a:ext cx="1098000" cy="936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0144" y="4950049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210705" y="5238969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0.13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10122152" y="5254616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173190" y="3125404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619949" y="6601563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-0.05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751566" y="3119954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425874" y="6601563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-0.09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522094" y="5921241"/>
                <a:ext cx="1794615" cy="1908000"/>
                <a:chOff x="2666010" y="4569670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69670"/>
                  <a:ext cx="1794615" cy="1908000"/>
                  <a:chOff x="2673608" y="4597822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807413" y="459782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r="14485"/>
              <a:stretch/>
            </p:blipFill>
            <p:spPr>
              <a:xfrm>
                <a:off x="7630260" y="2928140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4025" y="3094171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3276" y="3483175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6013" y="3836323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0.08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0.11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10000" r="-2646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97898" y="7888837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1.883,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0.390</a:t>
                </a:r>
              </a:p>
            </p:txBody>
          </p: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CF2ED147-821A-4ADF-8F31-CED1340FBF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1986" y="1993002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DC2C40A-7BE1-469B-9B15-FCB7F0885C90}"/>
                  </a:ext>
                </a:extLst>
              </p:cNvPr>
              <p:cNvSpPr txBox="1"/>
              <p:nvPr/>
            </p:nvSpPr>
            <p:spPr>
              <a:xfrm>
                <a:off x="9344176" y="2372623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0.02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0CD9F140-980B-493B-BF3E-E513AB5A5754}"/>
                  </a:ext>
                </a:extLst>
              </p:cNvPr>
              <p:cNvGrpSpPr/>
              <p:nvPr/>
            </p:nvGrpSpPr>
            <p:grpSpPr>
              <a:xfrm>
                <a:off x="9757001" y="2903230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A29B7E7A-0984-4925-A801-CF6BBB899E87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230" name="Rounded Rectangle 6">
                    <a:extLst>
                      <a:ext uri="{FF2B5EF4-FFF2-40B4-BE49-F238E27FC236}">
                        <a16:creationId xmlns:a16="http://schemas.microsoft.com/office/drawing/2014/main" id="{30DD37EC-DB0E-4615-8E94-AB2CFCA1C340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31" name="组合 230">
                    <a:extLst>
                      <a:ext uri="{FF2B5EF4-FFF2-40B4-BE49-F238E27FC236}">
                        <a16:creationId xmlns:a16="http://schemas.microsoft.com/office/drawing/2014/main" id="{A4CA8C2B-3931-4977-BA96-199CA094A1C4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234" name="直接连接符 233">
                      <a:extLst>
                        <a:ext uri="{FF2B5EF4-FFF2-40B4-BE49-F238E27FC236}">
                          <a16:creationId xmlns:a16="http://schemas.microsoft.com/office/drawing/2014/main" id="{652B0C09-59FE-44F5-8AE0-C0C34DEA4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>
                      <a:extLst>
                        <a:ext uri="{FF2B5EF4-FFF2-40B4-BE49-F238E27FC236}">
                          <a16:creationId xmlns:a16="http://schemas.microsoft.com/office/drawing/2014/main" id="{DDDEA624-E57B-4956-871A-1268B21887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D3D1D33F-3BFB-4CEC-920A-1B2630BD06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pic>
                <p:nvPicPr>
                  <p:cNvPr id="233" name="图形 232">
                    <a:extLst>
                      <a:ext uri="{FF2B5EF4-FFF2-40B4-BE49-F238E27FC236}">
                        <a16:creationId xmlns:a16="http://schemas.microsoft.com/office/drawing/2014/main" id="{C5100A13-839B-4078-B06B-872B0EA8D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865FF032-E91E-4A2D-B8B9-7D5D7CECF7B9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61" name="图形 260" descr="无茎花朵">
                <a:extLst>
                  <a:ext uri="{FF2B5EF4-FFF2-40B4-BE49-F238E27FC236}">
                    <a16:creationId xmlns:a16="http://schemas.microsoft.com/office/drawing/2014/main" id="{34309A31-6BA5-4969-BE50-3D4B219A1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7633586" y="611370"/>
                <a:ext cx="426720" cy="426720"/>
              </a:xfrm>
              <a:prstGeom prst="rect">
                <a:avLst/>
              </a:prstGeom>
            </p:spPr>
          </p:pic>
          <p:pic>
            <p:nvPicPr>
              <p:cNvPr id="262" name="图形 261">
                <a:extLst>
                  <a:ext uri="{FF2B5EF4-FFF2-40B4-BE49-F238E27FC236}">
                    <a16:creationId xmlns:a16="http://schemas.microsoft.com/office/drawing/2014/main" id="{412FE8DD-AF56-4B3A-AB81-717C5DCF0A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 l="19737" t="19759" r="19394" b="26498"/>
              <a:stretch/>
            </p:blipFill>
            <p:spPr>
              <a:xfrm>
                <a:off x="8046796" y="609734"/>
                <a:ext cx="346904" cy="374051"/>
              </a:xfrm>
              <a:prstGeom prst="rect">
                <a:avLst/>
              </a:prstGeom>
            </p:spPr>
          </p:pic>
          <p:pic>
            <p:nvPicPr>
              <p:cNvPr id="263" name="图形 262">
                <a:extLst>
                  <a:ext uri="{FF2B5EF4-FFF2-40B4-BE49-F238E27FC236}">
                    <a16:creationId xmlns:a16="http://schemas.microsoft.com/office/drawing/2014/main" id="{687CB478-1664-4BDA-AD04-EDB951B118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 l="19737" t="19759" r="19394" b="26498"/>
              <a:stretch/>
            </p:blipFill>
            <p:spPr>
              <a:xfrm>
                <a:off x="8427833" y="610895"/>
                <a:ext cx="352647" cy="374051"/>
              </a:xfrm>
              <a:prstGeom prst="rect">
                <a:avLst/>
              </a:prstGeom>
            </p:spPr>
          </p:pic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9AFCFEDD-C6BA-47FD-8F2B-2ECFEC8981E2}"/>
                  </a:ext>
                </a:extLst>
              </p:cNvPr>
              <p:cNvSpPr txBox="1"/>
              <p:nvPr/>
            </p:nvSpPr>
            <p:spPr>
              <a:xfrm>
                <a:off x="9827726" y="85464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14835C0F-597A-40F4-A02F-78E22CF8C17D}"/>
                  </a:ext>
                </a:extLst>
              </p:cNvPr>
              <p:cNvGrpSpPr/>
              <p:nvPr/>
            </p:nvGrpSpPr>
            <p:grpSpPr>
              <a:xfrm>
                <a:off x="9912619" y="3382"/>
                <a:ext cx="1604833" cy="1908000"/>
                <a:chOff x="3905561" y="-2847"/>
                <a:chExt cx="1604833" cy="1908000"/>
              </a:xfrm>
            </p:grpSpPr>
            <p:cxnSp>
              <p:nvCxnSpPr>
                <p:cNvPr id="272" name="直接连接符 271">
                  <a:extLst>
                    <a:ext uri="{FF2B5EF4-FFF2-40B4-BE49-F238E27FC236}">
                      <a16:creationId xmlns:a16="http://schemas.microsoft.com/office/drawing/2014/main" id="{B06B0AD2-717E-44ED-97BC-12612AE0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4E2257C4-90A9-443B-A5A1-CA0094D90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87" name="图形 286">
                  <a:extLst>
                    <a:ext uri="{FF2B5EF4-FFF2-40B4-BE49-F238E27FC236}">
                      <a16:creationId xmlns:a16="http://schemas.microsoft.com/office/drawing/2014/main" id="{45A1E5EA-3F32-47C1-B5CD-AA23FEA029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rcRect l="19737" t="19759" r="19394" b="26498"/>
                <a:stretch/>
              </p:blipFill>
              <p:spPr>
                <a:xfrm>
                  <a:off x="4549377" y="503025"/>
                  <a:ext cx="346904" cy="374051"/>
                </a:xfrm>
                <a:prstGeom prst="rect">
                  <a:avLst/>
                </a:prstGeom>
              </p:spPr>
            </p:pic>
            <p:pic>
              <p:nvPicPr>
                <p:cNvPr id="288" name="图形 287">
                  <a:extLst>
                    <a:ext uri="{FF2B5EF4-FFF2-40B4-BE49-F238E27FC236}">
                      <a16:creationId xmlns:a16="http://schemas.microsoft.com/office/drawing/2014/main" id="{60C4EFA2-9255-4D26-9D6A-E0DED0FFB6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rcRect l="19737" t="19759" r="19394" b="26498"/>
                <a:stretch/>
              </p:blipFill>
              <p:spPr>
                <a:xfrm>
                  <a:off x="4829434" y="504186"/>
                  <a:ext cx="352647" cy="374051"/>
                </a:xfrm>
                <a:prstGeom prst="rect">
                  <a:avLst/>
                </a:prstGeom>
              </p:spPr>
            </p:pic>
            <p:sp>
              <p:nvSpPr>
                <p:cNvPr id="289" name="Rounded Rectangle 6">
                  <a:extLst>
                    <a:ext uri="{FF2B5EF4-FFF2-40B4-BE49-F238E27FC236}">
                      <a16:creationId xmlns:a16="http://schemas.microsoft.com/office/drawing/2014/main" id="{F3A8786F-6F6A-4B66-B428-8AAAAB5DC4E5}"/>
                    </a:ext>
                  </a:extLst>
                </p:cNvPr>
                <p:cNvSpPr/>
                <p:nvPr/>
              </p:nvSpPr>
              <p:spPr>
                <a:xfrm>
                  <a:off x="3905561" y="-2847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90" name="直接连接符 289">
                  <a:extLst>
                    <a:ext uri="{FF2B5EF4-FFF2-40B4-BE49-F238E27FC236}">
                      <a16:creationId xmlns:a16="http://schemas.microsoft.com/office/drawing/2014/main" id="{AFE9FACF-7547-4123-BDB3-05C5CE55C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52563" y="1652928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93" name="图形 292" descr="无茎花朵">
                  <a:extLst>
                    <a:ext uri="{FF2B5EF4-FFF2-40B4-BE49-F238E27FC236}">
                      <a16:creationId xmlns:a16="http://schemas.microsoft.com/office/drawing/2014/main" id="{777977B0-D619-423F-A7FF-C5D8595BF5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92" name="图形 291" descr="盆花">
                  <a:extLst>
                    <a:ext uri="{FF2B5EF4-FFF2-40B4-BE49-F238E27FC236}">
                      <a16:creationId xmlns:a16="http://schemas.microsoft.com/office/drawing/2014/main" id="{D9302D3C-DB9C-444C-BBA8-F03399EFC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</p:grpSp>
          <p:grpSp>
            <p:nvGrpSpPr>
              <p:cNvPr id="298" name="组合 297">
                <a:extLst>
                  <a:ext uri="{FF2B5EF4-FFF2-40B4-BE49-F238E27FC236}">
                    <a16:creationId xmlns:a16="http://schemas.microsoft.com/office/drawing/2014/main" id="{07C78A97-2605-4322-9272-F90FA48447C3}"/>
                  </a:ext>
                </a:extLst>
              </p:cNvPr>
              <p:cNvGrpSpPr/>
              <p:nvPr/>
            </p:nvGrpSpPr>
            <p:grpSpPr>
              <a:xfrm>
                <a:off x="9098766" y="6220994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9" name="图形 298" descr="三叶草">
                  <a:extLst>
                    <a:ext uri="{FF2B5EF4-FFF2-40B4-BE49-F238E27FC236}">
                      <a16:creationId xmlns:a16="http://schemas.microsoft.com/office/drawing/2014/main" id="{4D8AF229-1250-42D5-A5DF-7C577763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0" name="图形 299" descr="鲜花">
                  <a:extLst>
                    <a:ext uri="{FF2B5EF4-FFF2-40B4-BE49-F238E27FC236}">
                      <a16:creationId xmlns:a16="http://schemas.microsoft.com/office/drawing/2014/main" id="{859638A8-385C-4FFD-8F29-CE76A16DA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01" name="图形 300">
                <a:extLst>
                  <a:ext uri="{FF2B5EF4-FFF2-40B4-BE49-F238E27FC236}">
                    <a16:creationId xmlns:a16="http://schemas.microsoft.com/office/drawing/2014/main" id="{7CD0D093-6288-42ED-9D28-073AECB7D2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 l="19737" t="19759" r="19394" b="26498"/>
              <a:stretch/>
            </p:blipFill>
            <p:spPr>
              <a:xfrm>
                <a:off x="8402710" y="3315615"/>
                <a:ext cx="352647" cy="374051"/>
              </a:xfrm>
              <a:prstGeom prst="rect">
                <a:avLst/>
              </a:prstGeom>
            </p:spPr>
          </p:pic>
          <p:pic>
            <p:nvPicPr>
              <p:cNvPr id="303" name="图形 302" descr="无茎花朵">
                <a:extLst>
                  <a:ext uri="{FF2B5EF4-FFF2-40B4-BE49-F238E27FC236}">
                    <a16:creationId xmlns:a16="http://schemas.microsoft.com/office/drawing/2014/main" id="{C88942A2-BA1D-44DB-90BD-F10ACF0C7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8034957" y="2971825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EBB560C5-9CE7-497A-9E06-35EDCFE13B7B}"/>
                  </a:ext>
                </a:extLst>
              </p:cNvPr>
              <p:cNvGrpSpPr/>
              <p:nvPr/>
            </p:nvGrpSpPr>
            <p:grpSpPr>
              <a:xfrm>
                <a:off x="9427864" y="6322784"/>
                <a:ext cx="504018" cy="701360"/>
                <a:chOff x="10123044" y="307743"/>
                <a:chExt cx="569820" cy="792926"/>
              </a:xfrm>
            </p:grpSpPr>
            <p:pic>
              <p:nvPicPr>
                <p:cNvPr id="306" name="图形 305" descr="三叶草">
                  <a:extLst>
                    <a:ext uri="{FF2B5EF4-FFF2-40B4-BE49-F238E27FC236}">
                      <a16:creationId xmlns:a16="http://schemas.microsoft.com/office/drawing/2014/main" id="{08D26650-8777-44EF-B3D6-841D43155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7" name="图形 306" descr="鲜花">
                  <a:extLst>
                    <a:ext uri="{FF2B5EF4-FFF2-40B4-BE49-F238E27FC236}">
                      <a16:creationId xmlns:a16="http://schemas.microsoft.com/office/drawing/2014/main" id="{9C6135A7-3DBE-4A13-8AEB-A6D7E46F5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0C8FE7F3-3F5E-4B7D-A5E2-E83ABCD751F3}"/>
                  </a:ext>
                </a:extLst>
              </p:cNvPr>
              <p:cNvGrpSpPr/>
              <p:nvPr/>
            </p:nvGrpSpPr>
            <p:grpSpPr>
              <a:xfrm>
                <a:off x="8868397" y="6351237"/>
                <a:ext cx="459949" cy="640037"/>
                <a:chOff x="10123044" y="307743"/>
                <a:chExt cx="569820" cy="792926"/>
              </a:xfrm>
            </p:grpSpPr>
            <p:pic>
              <p:nvPicPr>
                <p:cNvPr id="312" name="图形 311" descr="三叶草">
                  <a:extLst>
                    <a:ext uri="{FF2B5EF4-FFF2-40B4-BE49-F238E27FC236}">
                      <a16:creationId xmlns:a16="http://schemas.microsoft.com/office/drawing/2014/main" id="{E3428519-46C3-4046-9375-3F15F8554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13" name="图形 312" descr="鲜花">
                  <a:extLst>
                    <a:ext uri="{FF2B5EF4-FFF2-40B4-BE49-F238E27FC236}">
                      <a16:creationId xmlns:a16="http://schemas.microsoft.com/office/drawing/2014/main" id="{BBF6C22D-0E03-4764-8D71-541EE989E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14" name="图形 313" descr="无茎花朵">
                <a:extLst>
                  <a:ext uri="{FF2B5EF4-FFF2-40B4-BE49-F238E27FC236}">
                    <a16:creationId xmlns:a16="http://schemas.microsoft.com/office/drawing/2014/main" id="{1B1BC0FA-305D-48F5-B3CF-5D094139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9227290" y="5885981"/>
                <a:ext cx="477090" cy="477090"/>
              </a:xfrm>
              <a:prstGeom prst="rect">
                <a:avLst/>
              </a:prstGeom>
            </p:spPr>
          </p:pic>
          <p:pic>
            <p:nvPicPr>
              <p:cNvPr id="315" name="图形 314" descr="无茎花朵">
                <a:extLst>
                  <a:ext uri="{FF2B5EF4-FFF2-40B4-BE49-F238E27FC236}">
                    <a16:creationId xmlns:a16="http://schemas.microsoft.com/office/drawing/2014/main" id="{8687885B-3F9F-41B6-B002-48A827C1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8958659" y="6052347"/>
                <a:ext cx="419653" cy="419653"/>
              </a:xfrm>
              <a:prstGeom prst="rect">
                <a:avLst/>
              </a:prstGeom>
            </p:spPr>
          </p:pic>
          <p:pic>
            <p:nvPicPr>
              <p:cNvPr id="316" name="图形 315" descr="无茎花朵">
                <a:extLst>
                  <a:ext uri="{FF2B5EF4-FFF2-40B4-BE49-F238E27FC236}">
                    <a16:creationId xmlns:a16="http://schemas.microsoft.com/office/drawing/2014/main" id="{80A077C0-1D95-416C-AF5A-41E3BB5FD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9548541" y="6034956"/>
                <a:ext cx="412158" cy="412158"/>
              </a:xfrm>
              <a:prstGeom prst="rect">
                <a:avLst/>
              </a:prstGeom>
            </p:spPr>
          </p:pic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4699187F-567C-41B7-8EB4-AF14E8EA9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864" y="50167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1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26086</TotalTime>
  <Words>720</Words>
  <Application>Microsoft Office PowerPoint</Application>
  <PresentationFormat>宽屏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434</cp:revision>
  <dcterms:created xsi:type="dcterms:W3CDTF">2023-09-04T11:58:12Z</dcterms:created>
  <dcterms:modified xsi:type="dcterms:W3CDTF">2026-06-05T10:36:43Z</dcterms:modified>
</cp:coreProperties>
</file>